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b21c1250b014742" /><Relationship Type="http://schemas.openxmlformats.org/officeDocument/2006/relationships/extended-properties" Target="/docProps/app.xml" Id="R8295fb68950d4bcc" /><Relationship Type="http://schemas.openxmlformats.org/officeDocument/2006/relationships/officeDocument" Target="/ppt/presentation.xml" Id="R9877b297e3e54f54" /></Relationships>
</file>

<file path=ppt/presentation.xml><?xml version="1.0" encoding="utf-8"?>
<p:presentation xmlns:p="http://schemas.openxmlformats.org/presentationml/2006/main">
  <p:sldMasterIdLst>
    <p:sldMasterId xmlns:r="http://schemas.openxmlformats.org/officeDocument/2006/relationships" id="2147483648" r:id="R418e5bcee0914123"/>
  </p:sldMasterIdLst>
  <p:notesMasterIdLst>
    <p:notesMasterId xmlns:r="http://schemas.openxmlformats.org/officeDocument/2006/relationships" r:id="R009441e075f54fb1"/>
  </p:notesMasterIdLst>
  <p:sldIdLst>
    <p:sldId xmlns:r="http://schemas.openxmlformats.org/officeDocument/2006/relationships" id="256" r:id="R3fb7f2ec7ec743e6"/>
    <p:sldId xmlns:r="http://schemas.openxmlformats.org/officeDocument/2006/relationships" id="257" r:id="R732f5dcafcd04582"/>
    <p:sldId xmlns:r="http://schemas.openxmlformats.org/officeDocument/2006/relationships" id="258" r:id="Rcd2249a2253c4c30"/>
    <p:sldId xmlns:r="http://schemas.openxmlformats.org/officeDocument/2006/relationships" id="259" r:id="Re1f7faeb8d894a76"/>
    <p:sldId xmlns:r="http://schemas.openxmlformats.org/officeDocument/2006/relationships" id="260" r:id="Rf71b8e531e6e4d57"/>
    <p:sldId xmlns:r="http://schemas.openxmlformats.org/officeDocument/2006/relationships" id="261" r:id="R2874087aba8b437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e5708b82bee433c" /><Relationship Type="http://schemas.openxmlformats.org/officeDocument/2006/relationships/slideMaster" Target="/ppt/slideMasters/slideMaster1.xml" Id="R418e5bcee0914123" /><Relationship Type="http://schemas.openxmlformats.org/officeDocument/2006/relationships/notesMaster" Target="/ppt/notesMasters/notesMaster1.xml" Id="R009441e075f54fb1" /><Relationship Type="http://schemas.openxmlformats.org/officeDocument/2006/relationships/presProps" Target="/ppt/presProps.xml" Id="R716a8fcc3d714e94" /><Relationship Type="http://schemas.openxmlformats.org/officeDocument/2006/relationships/tableStyles" Target="/ppt/tableStyles.xml" Id="R26452dde7fd24ebd" /><Relationship Type="http://schemas.openxmlformats.org/officeDocument/2006/relationships/slide" Target="/ppt/slides/slide1.xml" Id="R3fb7f2ec7ec743e6" /><Relationship Type="http://schemas.openxmlformats.org/officeDocument/2006/relationships/slide" Target="/ppt/slides/slide2.xml" Id="R732f5dcafcd04582" /><Relationship Type="http://schemas.openxmlformats.org/officeDocument/2006/relationships/slide" Target="/ppt/slides/slide3.xml" Id="Rcd2249a2253c4c30" /><Relationship Type="http://schemas.openxmlformats.org/officeDocument/2006/relationships/slide" Target="/ppt/slides/slide4.xml" Id="Re1f7faeb8d894a76" /><Relationship Type="http://schemas.openxmlformats.org/officeDocument/2006/relationships/slide" Target="/ppt/slides/slide5.xml" Id="Rf71b8e531e6e4d57" /><Relationship Type="http://schemas.openxmlformats.org/officeDocument/2006/relationships/slide" Target="/ppt/slides/slide6.xml" Id="R2874087aba8b437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7951f6d084644e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a11fa90083a4e78" /><Relationship Type="http://schemas.openxmlformats.org/officeDocument/2006/relationships/notesMaster" Target="/ppt/notesMasters/notesMaster1.xml" Id="R3c824a42e8e64eff" /></Relationships>
</file>

<file path=ppt/notesSlides/_rels/notesSlide2.xml.rels>&#65279;<?xml version="1.0" encoding="utf-8"?><Relationships xmlns="http://schemas.openxmlformats.org/package/2006/relationships"><Relationship Type="http://schemas.openxmlformats.org/officeDocument/2006/relationships/slide" Target="/ppt/slides/slide2.xml" Id="R3964d06018ea4db9" /><Relationship Type="http://schemas.openxmlformats.org/officeDocument/2006/relationships/notesMaster" Target="/ppt/notesMasters/notesMaster1.xml" Id="R7cb14f921c614142" /></Relationships>
</file>

<file path=ppt/notesSlides/_rels/notesSlide3.xml.rels>&#65279;<?xml version="1.0" encoding="utf-8"?><Relationships xmlns="http://schemas.openxmlformats.org/package/2006/relationships"><Relationship Type="http://schemas.openxmlformats.org/officeDocument/2006/relationships/slide" Target="/ppt/slides/slide3.xml" Id="R37e3f5c66386443e" /><Relationship Type="http://schemas.openxmlformats.org/officeDocument/2006/relationships/notesMaster" Target="/ppt/notesMasters/notesMaster1.xml" Id="R2388ec9cecf04df1" /></Relationships>
</file>

<file path=ppt/notesSlides/_rels/notesSlide4.xml.rels>&#65279;<?xml version="1.0" encoding="utf-8"?><Relationships xmlns="http://schemas.openxmlformats.org/package/2006/relationships"><Relationship Type="http://schemas.openxmlformats.org/officeDocument/2006/relationships/slide" Target="/ppt/slides/slide4.xml" Id="R11d218e7cf6d48af" /><Relationship Type="http://schemas.openxmlformats.org/officeDocument/2006/relationships/notesMaster" Target="/ppt/notesMasters/notesMaster1.xml" Id="R24fd848518254e6c" /></Relationships>
</file>

<file path=ppt/notesSlides/_rels/notesSlide5.xml.rels>&#65279;<?xml version="1.0" encoding="utf-8"?><Relationships xmlns="http://schemas.openxmlformats.org/package/2006/relationships"><Relationship Type="http://schemas.openxmlformats.org/officeDocument/2006/relationships/slide" Target="/ppt/slides/slide5.xml" Id="R692f7cf9ca854a27" /><Relationship Type="http://schemas.openxmlformats.org/officeDocument/2006/relationships/notesMaster" Target="/ppt/notesMasters/notesMaster1.xml" Id="R7b0ff5b5757443cd" /></Relationships>
</file>

<file path=ppt/notesSlides/_rels/notesSlide6.xml.rels>&#65279;<?xml version="1.0" encoding="utf-8"?><Relationships xmlns="http://schemas.openxmlformats.org/package/2006/relationships"><Relationship Type="http://schemas.openxmlformats.org/officeDocument/2006/relationships/slide" Target="/ppt/slides/slide6.xml" Id="Rae908038ec9f40fd" /><Relationship Type="http://schemas.openxmlformats.org/officeDocument/2006/relationships/notesMaster" Target="/ppt/notesMasters/notesMaster1.xml" Id="R64dd0d188fda460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scope: references/tprh-revision.txt; README.md. Demo network contains synthetic observations. No real IMD/AWS feed is connected. Team details carried from user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local pipeline implementation, README.md and docs/LIMITATIONS.md. This slide groups operational outcomes for explanation; the implementation retains six classes, shown on technical slide. Nearby-station evidence is conditional on sufficient trusted peers.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reflects backend/API, storage and frontend in README.md. All online features use current and past data. Isolation Forest trains on synthetic normal data. Evidence strength is uncalibrated. No NWP or external forecasts are implemented. Technology logo SVGs: docs/presentation/pitch/logos/SOURCES.md. Icons: lucide-react, ISC 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values from ml/artifacts/evaluation_v2_comparison.json: 4,032 observations, 24 unseen station identities, 7 scenarios; fault recall 77.47% vs 85.76%; weather recall 9.72%. Same simulator family; not independent field validation. API and UI capabilities from README.md. No operating-cost or hardware-speed claims are made.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Operational workflow is implemented in local UI/API per README.md and WORK_LOG.md. Benefits are expected outcomes to measure in a pilot, not quantified field savings. Maintenance scheduling and personnel management are not claimed as implemented.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References:</a:t>
            </a:r>
          </a:p>
          <a:p xmlns:a="http://schemas.openxmlformats.org/drawingml/2006/main">
            <a:r>
              <a:t>SIH problem statement supplied by user: references/tprh-revision.txt and original brief.</a:t>
            </a:r>
          </a:p>
          <a:p xmlns:a="http://schemas.openxmlformats.org/drawingml/2006/main">
            <a:r>
              <a:t>IMD: https://mausam.imd.gov.in/imd_latest/contents/surface-met.php</a:t>
            </a:r>
          </a:p>
          <a:p xmlns:a="http://schemas.openxmlformats.org/drawingml/2006/main">
            <a:r>
              <a:t>WMO: https://wmo.int/publication-series/guide-instruments-and-methods-of-observation-wmo-no-8</a:t>
            </a:r>
          </a:p>
          <a:p xmlns:a="http://schemas.openxmlformats.org/drawingml/2006/main">
            <a:r>
              <a:t>scikit-learn: https://scikit-learn.org/stable/modules/generated/sklearn.ensemble.IsolationForest.html</a:t>
            </a:r>
          </a:p>
          <a:p xmlns:a="http://schemas.openxmlformats.org/drawingml/2006/main">
            <a:r>
              <a:t>PMFBY: https://pmfby.gov.in/winds/weather</a:t>
            </a:r>
          </a:p>
          <a:p xmlns:a="http://schemas.openxmlformats.org/drawingml/2006/main">
            <a:r>
              <a:t>OpenStreetMap: https://www.openstreetmap.org</a:t>
            </a:r>
          </a:p>
          <a:p xmlns:a="http://schemas.openxmlformats.org/drawingml/2006/main">
            <a:r>
              <a:t>Local evidence: ml/artifacts/evaluation_v2_comparison.json and docs/LIMITATIONS.md.</a:t>
            </a:r>
          </a:p>
          <a:p xmlns:a="http://schemas.openxmlformats.org/drawingml/2006/main">
            <a:r>
              <a:t>Visual direction: user-supplied SIH reference screenshots (technical flow and feasibility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2600f1cb1f74e0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4b12e3d6e4641fd" /><Relationship Type="http://schemas.openxmlformats.org/officeDocument/2006/relationships/slideLayout" Target="/ppt/slideLayouts/slideLayout1.xml" Id="Rb4b85b9e85244e7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4b85b9e85244e7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e3f5f339ede4f9f" /><Relationship Type="http://schemas.openxmlformats.org/officeDocument/2006/relationships/image" Target="/ppt/media/image.png" Id="R89a0b452ee374533" /><Relationship Type="http://schemas.openxmlformats.org/officeDocument/2006/relationships/image" Target="/ppt/media/image2.png" Id="Rbb8e08611ef84766" /><Relationship Type="http://schemas.openxmlformats.org/officeDocument/2006/relationships/image" Target="/ppt/media/image.svg" Id="R5e45b2ba518749ac" /><Relationship Type="http://schemas.openxmlformats.org/officeDocument/2006/relationships/image" Target="/ppt/media/image3.png" Id="Rc26e5593c93e455f" /><Relationship Type="http://schemas.openxmlformats.org/officeDocument/2006/relationships/image" Target="/ppt/media/image2.svg" Id="R1d17d8f996db4e9a" /><Relationship Type="http://schemas.openxmlformats.org/officeDocument/2006/relationships/image" Target="/ppt/media/image4.png" Id="R35fa10d20a854b70" /><Relationship Type="http://schemas.openxmlformats.org/officeDocument/2006/relationships/image" Target="/ppt/media/image3.svg" Id="R5d16d21b8be34bf2" /><Relationship Type="http://schemas.openxmlformats.org/officeDocument/2006/relationships/notesSlide" Target="/ppt/notesSlides/notesSlide1.xml" Id="Re2b2556e1ded4ed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b8570a82fd14eb9" /><Relationship Type="http://schemas.openxmlformats.org/officeDocument/2006/relationships/image" Target="/ppt/media/image5.png" Id="R7b408554684040d0" /><Relationship Type="http://schemas.openxmlformats.org/officeDocument/2006/relationships/image" Target="/ppt/media/image6.png" Id="R3453fe304ab34539" /><Relationship Type="http://schemas.openxmlformats.org/officeDocument/2006/relationships/image" Target="/ppt/media/image4.svg" Id="Rc29aa195adf643b8" /><Relationship Type="http://schemas.openxmlformats.org/officeDocument/2006/relationships/image" Target="/ppt/media/image7.png" Id="Rda6dd03025854fa0" /><Relationship Type="http://schemas.openxmlformats.org/officeDocument/2006/relationships/image" Target="/ppt/media/image5.svg" Id="R855332eb2857454e" /><Relationship Type="http://schemas.openxmlformats.org/officeDocument/2006/relationships/image" Target="/ppt/media/image8.png" Id="R55f6a146ecce4557" /><Relationship Type="http://schemas.openxmlformats.org/officeDocument/2006/relationships/image" Target="/ppt/media/image6.svg" Id="R83bd3e57f4e6473d" /><Relationship Type="http://schemas.openxmlformats.org/officeDocument/2006/relationships/image" Target="/ppt/media/image9.png" Id="R17887d3bd1354239" /><Relationship Type="http://schemas.openxmlformats.org/officeDocument/2006/relationships/image" Target="/ppt/media/image7.svg" Id="R4852165124024cf4" /><Relationship Type="http://schemas.openxmlformats.org/officeDocument/2006/relationships/image" Target="/ppt/media/image10.png" Id="R4319957386714e1b" /><Relationship Type="http://schemas.openxmlformats.org/officeDocument/2006/relationships/image" Target="/ppt/media/image8.svg" Id="R55367af0cd2c42f2" /><Relationship Type="http://schemas.openxmlformats.org/officeDocument/2006/relationships/image" Target="/ppt/media/image11.png" Id="R3266573dc43f4ec0" /><Relationship Type="http://schemas.openxmlformats.org/officeDocument/2006/relationships/image" Target="/ppt/media/image9.svg" Id="R2b17d59f90904075" /><Relationship Type="http://schemas.openxmlformats.org/officeDocument/2006/relationships/image" Target="/ppt/media/image12.png" Id="Re04d723b4f684384" /><Relationship Type="http://schemas.openxmlformats.org/officeDocument/2006/relationships/image" Target="/ppt/media/image10.svg" Id="R081570dc732f4b49" /><Relationship Type="http://schemas.openxmlformats.org/officeDocument/2006/relationships/image" Target="/ppt/media/image13.png" Id="Rcfcda8e194104b5e" /><Relationship Type="http://schemas.openxmlformats.org/officeDocument/2006/relationships/image" Target="/ppt/media/image11.svg" Id="R7ba1465949374fa8" /><Relationship Type="http://schemas.openxmlformats.org/officeDocument/2006/relationships/notesSlide" Target="/ppt/notesSlides/notesSlide2.xml" Id="R9dc552e571394d9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b5b2989051c4443" /><Relationship Type="http://schemas.openxmlformats.org/officeDocument/2006/relationships/image" Target="/ppt/media/image14.png" Id="R80384d3b68294f7a" /><Relationship Type="http://schemas.openxmlformats.org/officeDocument/2006/relationships/image" Target="/ppt/media/image15.png" Id="R61df61ed82b14cd1" /><Relationship Type="http://schemas.openxmlformats.org/officeDocument/2006/relationships/image" Target="/ppt/media/image12.svg" Id="Rcb8f9fcbf3e34460" /><Relationship Type="http://schemas.openxmlformats.org/officeDocument/2006/relationships/image" Target="/ppt/media/image16.png" Id="R49254d6c9fe54d60" /><Relationship Type="http://schemas.openxmlformats.org/officeDocument/2006/relationships/image" Target="/ppt/media/image13.svg" Id="R03b2c2f185ce4541" /><Relationship Type="http://schemas.openxmlformats.org/officeDocument/2006/relationships/image" Target="/ppt/media/image17.png" Id="R0350c2416b084efd" /><Relationship Type="http://schemas.openxmlformats.org/officeDocument/2006/relationships/image" Target="/ppt/media/image14.svg" Id="R9c0ed6da0fa2433a" /><Relationship Type="http://schemas.openxmlformats.org/officeDocument/2006/relationships/image" Target="/ppt/media/image18.png" Id="R79fb1bae14ed4dbb" /><Relationship Type="http://schemas.openxmlformats.org/officeDocument/2006/relationships/image" Target="/ppt/media/image15.svg" Id="R41f37392259d4ffb" /><Relationship Type="http://schemas.openxmlformats.org/officeDocument/2006/relationships/image" Target="/ppt/media/image19.png" Id="R9e62936f94314ddb" /><Relationship Type="http://schemas.openxmlformats.org/officeDocument/2006/relationships/image" Target="/ppt/media/image16.svg" Id="R0a479e4450834bc4" /><Relationship Type="http://schemas.openxmlformats.org/officeDocument/2006/relationships/image" Target="/ppt/media/image20.png" Id="Re770797ad83d4c37" /><Relationship Type="http://schemas.openxmlformats.org/officeDocument/2006/relationships/image" Target="/ppt/media/image17.svg" Id="Reddc0ccd9c1a4049" /><Relationship Type="http://schemas.openxmlformats.org/officeDocument/2006/relationships/image" Target="/ppt/media/image21.png" Id="R2a0006e5ce84456a" /><Relationship Type="http://schemas.openxmlformats.org/officeDocument/2006/relationships/image" Target="/ppt/media/image18.svg" Id="Rf037955d0abc4292" /><Relationship Type="http://schemas.openxmlformats.org/officeDocument/2006/relationships/image" Target="/ppt/media/image22.png" Id="R85dbc97de0414665" /><Relationship Type="http://schemas.openxmlformats.org/officeDocument/2006/relationships/image" Target="/ppt/media/image19.svg" Id="R0bb0887e724e4d68" /><Relationship Type="http://schemas.openxmlformats.org/officeDocument/2006/relationships/image" Target="/ppt/media/image23.png" Id="R47d05bb5516047c7" /><Relationship Type="http://schemas.openxmlformats.org/officeDocument/2006/relationships/image" Target="/ppt/media/image20.svg" Id="Rd6594763af67477d" /><Relationship Type="http://schemas.openxmlformats.org/officeDocument/2006/relationships/image" Target="/ppt/media/image24.png" Id="R4d45580e183d4e1d" /><Relationship Type="http://schemas.openxmlformats.org/officeDocument/2006/relationships/image" Target="/ppt/media/image21.svg" Id="R3ad59aa38bb141fc" /><Relationship Type="http://schemas.openxmlformats.org/officeDocument/2006/relationships/image" Target="/ppt/media/image25.png" Id="R4beb973456a347fa" /><Relationship Type="http://schemas.openxmlformats.org/officeDocument/2006/relationships/image" Target="/ppt/media/image22.svg" Id="Rc3edaaddf00c44a1" /><Relationship Type="http://schemas.openxmlformats.org/officeDocument/2006/relationships/image" Target="/ppt/media/image26.png" Id="Rbf8b3f6140204d7f" /><Relationship Type="http://schemas.openxmlformats.org/officeDocument/2006/relationships/image" Target="/ppt/media/image23.svg" Id="Rdc821fe34bc047dd" /><Relationship Type="http://schemas.openxmlformats.org/officeDocument/2006/relationships/image" Target="/ppt/media/image27.png" Id="R863a480367204092" /><Relationship Type="http://schemas.openxmlformats.org/officeDocument/2006/relationships/image" Target="/ppt/media/image24.svg" Id="R1936b7c1f5654bc0" /><Relationship Type="http://schemas.openxmlformats.org/officeDocument/2006/relationships/notesSlide" Target="/ppt/notesSlides/notesSlide3.xml" Id="Ra8ec0ef501094c7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579e53c5b5f4c56" /><Relationship Type="http://schemas.openxmlformats.org/officeDocument/2006/relationships/image" Target="/ppt/media/image28.png" Id="R7ec7a023eb0d42fa" /><Relationship Type="http://schemas.openxmlformats.org/officeDocument/2006/relationships/image" Target="/ppt/media/image29.png" Id="R6d1a273a3ab2484b" /><Relationship Type="http://schemas.openxmlformats.org/officeDocument/2006/relationships/image" Target="/ppt/media/image25.svg" Id="R59dc0a3acd0749f1" /><Relationship Type="http://schemas.openxmlformats.org/officeDocument/2006/relationships/image" Target="/ppt/media/image30.png" Id="Rc3acae5a2d5e4919" /><Relationship Type="http://schemas.openxmlformats.org/officeDocument/2006/relationships/image" Target="/ppt/media/image26.svg" Id="Rc5d5f8e92a694f62" /><Relationship Type="http://schemas.openxmlformats.org/officeDocument/2006/relationships/chart" Target="/ppt/slides/charts/chart1.xml" Id="R8112e5f3a65d4d2f" /><Relationship Type="http://schemas.openxmlformats.org/officeDocument/2006/relationships/image" Target="/ppt/media/image31.png" Id="R743d3f09e0994a3f" /><Relationship Type="http://schemas.openxmlformats.org/officeDocument/2006/relationships/image" Target="/ppt/media/image27.svg" Id="Ree65ab0e839a4e45" /><Relationship Type="http://schemas.openxmlformats.org/officeDocument/2006/relationships/image" Target="/ppt/media/image32.png" Id="R541166861ba545ec" /><Relationship Type="http://schemas.openxmlformats.org/officeDocument/2006/relationships/image" Target="/ppt/media/image28.svg" Id="R6f48cf13056541de" /><Relationship Type="http://schemas.openxmlformats.org/officeDocument/2006/relationships/image" Target="/ppt/media/image33.png" Id="Rfb610686d9334cfb" /><Relationship Type="http://schemas.openxmlformats.org/officeDocument/2006/relationships/image" Target="/ppt/media/image29.svg" Id="R26fb7e9230504a22" /><Relationship Type="http://schemas.openxmlformats.org/officeDocument/2006/relationships/notesSlide" Target="/ppt/notesSlides/notesSlide4.xml" Id="Rffcbfa008b0845c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b2d004d492a4f74" /><Relationship Type="http://schemas.openxmlformats.org/officeDocument/2006/relationships/image" Target="/ppt/media/image34.png" Id="R49c3085a39e34b11" /><Relationship Type="http://schemas.openxmlformats.org/officeDocument/2006/relationships/image" Target="/ppt/media/image35.png" Id="R8dc765e6291846d9" /><Relationship Type="http://schemas.openxmlformats.org/officeDocument/2006/relationships/image" Target="/ppt/media/image30.svg" Id="R542972ff976e4dbc" /><Relationship Type="http://schemas.openxmlformats.org/officeDocument/2006/relationships/image" Target="/ppt/media/image36.png" Id="R6ccbf8ced4d24053" /><Relationship Type="http://schemas.openxmlformats.org/officeDocument/2006/relationships/image" Target="/ppt/media/image31.svg" Id="Ra06c00d74d7d48a6" /><Relationship Type="http://schemas.openxmlformats.org/officeDocument/2006/relationships/image" Target="/ppt/media/image37.png" Id="Rc95360c2efeb4bb4" /><Relationship Type="http://schemas.openxmlformats.org/officeDocument/2006/relationships/image" Target="/ppt/media/image32.svg" Id="Rafee0b662d4a44f8" /><Relationship Type="http://schemas.openxmlformats.org/officeDocument/2006/relationships/image" Target="/ppt/media/image38.png" Id="Rda9be297205647b1" /><Relationship Type="http://schemas.openxmlformats.org/officeDocument/2006/relationships/image" Target="/ppt/media/image33.svg" Id="R1ae51f85695c48f8" /><Relationship Type="http://schemas.openxmlformats.org/officeDocument/2006/relationships/image" Target="/ppt/media/image39.png" Id="R36c6e964e93d4bd2" /><Relationship Type="http://schemas.openxmlformats.org/officeDocument/2006/relationships/image" Target="/ppt/media/image34.svg" Id="Rb4081374c4a7472f" /><Relationship Type="http://schemas.openxmlformats.org/officeDocument/2006/relationships/image" Target="/ppt/media/image40.png" Id="Rc7680327e8e842e8" /><Relationship Type="http://schemas.openxmlformats.org/officeDocument/2006/relationships/image" Target="/ppt/media/image35.svg" Id="R9e8ed35a74e24c93" /><Relationship Type="http://schemas.openxmlformats.org/officeDocument/2006/relationships/image" Target="/ppt/media/image41.png" Id="R9658c014f3e64646" /><Relationship Type="http://schemas.openxmlformats.org/officeDocument/2006/relationships/image" Target="/ppt/media/image36.svg" Id="Raaa5402b57d04a8e" /><Relationship Type="http://schemas.openxmlformats.org/officeDocument/2006/relationships/notesSlide" Target="/ppt/notesSlides/notesSlide5.xml" Id="Rcc6f758737284c7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1cad457b94d42bc" /><Relationship Type="http://schemas.openxmlformats.org/officeDocument/2006/relationships/image" Target="/ppt/media/image42.png" Id="R18cc0fd151f04a21" /><Relationship Type="http://schemas.openxmlformats.org/officeDocument/2006/relationships/image" Target="/ppt/media/image43.png" Id="Rc972edc5fd624508" /><Relationship Type="http://schemas.openxmlformats.org/officeDocument/2006/relationships/image" Target="/ppt/media/image37.svg" Id="R460b0753c87b4abb" /><Relationship Type="http://schemas.openxmlformats.org/officeDocument/2006/relationships/image" Target="/ppt/media/image44.png" Id="Rfc841ea67df4469e" /><Relationship Type="http://schemas.openxmlformats.org/officeDocument/2006/relationships/image" Target="/ppt/media/image38.svg" Id="R6b95f77dc99f4df9" /><Relationship Type="http://schemas.openxmlformats.org/officeDocument/2006/relationships/image" Target="/ppt/media/image45.png" Id="R9a265c15349246af" /><Relationship Type="http://schemas.openxmlformats.org/officeDocument/2006/relationships/image" Target="/ppt/media/image39.svg" Id="R43466bd084554731" /><Relationship Type="http://schemas.openxmlformats.org/officeDocument/2006/relationships/image" Target="/ppt/media/image46.png" Id="Ra76cc3d018b54111" /><Relationship Type="http://schemas.openxmlformats.org/officeDocument/2006/relationships/image" Target="/ppt/media/image40.svg" Id="R07d46640e348427f" /><Relationship Type="http://schemas.openxmlformats.org/officeDocument/2006/relationships/image" Target="/ppt/media/image47.png" Id="Rb5cb2c7ba9c84fb9" /><Relationship Type="http://schemas.openxmlformats.org/officeDocument/2006/relationships/image" Target="/ppt/media/image41.svg" Id="R56393ad4899c4dbd" /><Relationship Type="http://schemas.openxmlformats.org/officeDocument/2006/relationships/notesSlide" Target="/ppt/notesSlides/notesSlide6.xml" Id="Rf00c337ffc51451a" /></Relationships>
</file>

<file path=ppt/slides/charts/chart1.xml><?xml version="1.0" encoding="utf-8"?>
<c:chartSpace xmlns:c="http://schemas.openxmlformats.org/drawingml/2006/chart">
  <c:lang val="en-US"/>
  <c:chart>
    <c:plotArea>
      <c:barChart>
        <c:barDir val="bar"/>
        <c:grouping val="clustered"/>
        <c:varyColors val="0"/>
        <c:ser>
          <c:idx val="0"/>
          <c:order val="0"/>
          <c:tx>
            <c:v>Fault recall</c:v>
          </c:tx>
          <c:spPr>
            <a:solidFill xmlns:a="http://schemas.openxmlformats.org/drawingml/2006/main">
              <a:srgbClr val="2868B2"/>
            </a:solidFill>
          </c:spPr>
          <c:cat>
            <c:strLit>
              <c:ptCount val="2"/>
              <c:pt idx="0">
                <c:v>Baseline</c:v>
              </c:pt>
              <c:pt idx="1">
                <c:v>SkyGuard</c:v>
              </c:pt>
            </c:strLit>
          </c:cat>
          <c:val>
            <c:numLit>
              <c:formatCode>General</c:formatCode>
              <c:ptCount val="2"/>
              <c:pt idx="0">
                <c:v>77.47</c:v>
              </c:pt>
              <c:pt idx="1">
                <c:v>85.76</c:v>
              </c:pt>
            </c:numLit>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plotArea>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D9AE2026-5060-4C3A-8F05-CFDA061ADDF1}"/>
              </a:ext>
            </a:extLst>
          </p:cNvPr>
          <p:cNvSpPr>
            <a:spLocks xmlns:a="http://schemas.openxmlformats.org/drawingml/2006/main" noGrp="1"/>
          </p:cNvSpPr>
          <p:nvPr/>
        </p:nvSpPr>
        <p:spPr>
          <a:xfrm xmlns:a="http://schemas.openxmlformats.org/drawingml/2006/main">
            <a:off x="419100" y="257175"/>
            <a:ext cx="1809750" cy="257175"/>
          </a:xfrm>
          <a:prstGeom xmlns:a="http://schemas.openxmlformats.org/drawingml/2006/main" prst="roundRect">
            <a:avLst>
              <a:gd name="adj" fmla="val 44444"/>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2868B2"/>
                </a:solidFill>
                <a:latin typeface="Arial"/>
                <a:ea typeface="Arial"/>
                <a:cs typeface="Arial"/>
              </a:defRPr>
            </a:pPr>
            <a:r>
              <a:rPr sz="1350" b="1">
                <a:solidFill>
                  <a:srgbClr val="2868B2"/>
                </a:solidFill>
                <a:latin typeface="Arial"/>
                <a:ea typeface="Arial"/>
                <a:cs typeface="Arial"/>
              </a:rPr>
              <a:t>OFF BY ONE</a:t>
            </a:r>
          </a:p>
        </p:txBody>
      </p:sp>
      <p:sp>
        <p:nvSpPr>
          <p:cNvPr id="2" name="">
            <a:extLst xmlns:a="http://schemas.openxmlformats.org/drawingml/2006/main">
              <a:ext uri="{FF2B5EF4-FFF2-40B4-BE49-F238E27FC236}">
                <a16:creationId xmlns:a16="http://schemas.microsoft.com/office/drawing/2014/main" id="{7F032F6C-9905-49D7-8AB0-CEC705608018}"/>
              </a:ext>
            </a:extLst>
          </p:cNvPr>
          <p:cNvSpPr>
            <a:spLocks xmlns:a="http://schemas.openxmlformats.org/drawingml/2006/main" noGrp="1"/>
          </p:cNvSpPr>
          <p:nvPr/>
        </p:nvSpPr>
        <p:spPr>
          <a:xfrm xmlns:a="http://schemas.openxmlformats.org/drawingml/2006/main">
            <a:off x="2381250" y="209550"/>
            <a:ext cx="6953250" cy="495300"/>
          </a:xfrm>
          <a:prstGeom xmlns:a="http://schemas.openxmlformats.org/drawingml/2006/main" prst="roundRect">
            <a:avLst>
              <a:gd name="adj" fmla="val 23077"/>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SKYGUARD</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89a0b452ee374533"/>
          <a:stretch xmlns:a="http://schemas.openxmlformats.org/drawingml/2006/main"/>
        </p:blipFill>
        <p:spPr>
          <a:xfrm xmlns:a="http://schemas.openxmlformats.org/drawingml/2006/main">
            <a:off x="10334625" y="148332"/>
            <a:ext cx="1428750" cy="674887"/>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5D572E9-FFE3-4F71-A9D1-FBDBB853D4AC}"/>
              </a:ext>
            </a:extLst>
          </p:cNvPr>
          <p:cNvSpPr>
            <a:spLocks xmlns:a="http://schemas.openxmlformats.org/drawingml/2006/main" noGrp="1"/>
          </p:cNvSpPr>
          <p:nvPr/>
        </p:nvSpPr>
        <p:spPr>
          <a:xfrm xmlns:a="http://schemas.openxmlformats.org/drawingml/2006/main">
            <a:off x="419100" y="895350"/>
            <a:ext cx="11353800" cy="19050"/>
          </a:xfrm>
          <a:prstGeom xmlns:a="http://schemas.openxmlformats.org/drawingml/2006/main" prst="roundRect">
            <a:avLst>
              <a:gd name="adj" fmla="val 50000"/>
            </a:avLst>
          </a:prstGeom>
          <a:solidFill xmlns:a="http://schemas.openxmlformats.org/drawingml/2006/main">
            <a:srgbClr val="CDDBE8"/>
          </a:solidFill>
          <a:ln xmlns:a="http://schemas.openxmlformats.org/drawingml/2006/main" w="15240">
            <a:noFill/>
          </a:ln>
        </p:spPr>
      </p:sp>
      <p:sp>
        <p:nvSpPr>
          <p:cNvPr id="5" name="">
            <a:extLst xmlns:a="http://schemas.openxmlformats.org/drawingml/2006/main">
              <a:ext uri="{FF2B5EF4-FFF2-40B4-BE49-F238E27FC236}">
                <a16:creationId xmlns:a16="http://schemas.microsoft.com/office/drawing/2014/main" id="{822D1385-441B-4B1A-A9CB-748EAA34B198}"/>
              </a:ext>
            </a:extLst>
          </p:cNvPr>
          <p:cNvSpPr>
            <a:spLocks xmlns:a="http://schemas.openxmlformats.org/drawingml/2006/main" noGrp="1"/>
          </p:cNvSpPr>
          <p:nvPr/>
        </p:nvSpPr>
        <p:spPr>
          <a:xfrm xmlns:a="http://schemas.openxmlformats.org/drawingml/2006/main">
            <a:off x="0" y="6496050"/>
            <a:ext cx="12192000" cy="361950"/>
          </a:xfrm>
          <a:prstGeom xmlns:a="http://schemas.openxmlformats.org/drawingml/2006/main" prst="roundRect">
            <a:avLst>
              <a:gd name="adj" fmla="val 31579"/>
            </a:avLst>
          </a:prstGeom>
          <a:solidFill xmlns:a="http://schemas.openxmlformats.org/drawingml/2006/main">
            <a:srgbClr val="2868B2"/>
          </a:solidFill>
          <a:ln xmlns:a="http://schemas.openxmlformats.org/drawingml/2006/main" w="15240">
            <a:noFill/>
          </a:ln>
        </p:spPr>
      </p:sp>
      <p:sp>
        <p:nvSpPr>
          <p:cNvPr id="6" name="">
            <a:extLst xmlns:a="http://schemas.openxmlformats.org/drawingml/2006/main">
              <a:ext uri="{FF2B5EF4-FFF2-40B4-BE49-F238E27FC236}">
                <a16:creationId xmlns:a16="http://schemas.microsoft.com/office/drawing/2014/main" id="{D0F9A4E2-1E21-4DC6-BDF8-624F865132BE}"/>
              </a:ext>
            </a:extLst>
          </p:cNvPr>
          <p:cNvSpPr>
            <a:spLocks xmlns:a="http://schemas.openxmlformats.org/drawingml/2006/main" noGrp="1"/>
          </p:cNvSpPr>
          <p:nvPr/>
        </p:nvSpPr>
        <p:spPr>
          <a:xfrm xmlns:a="http://schemas.openxmlformats.org/drawingml/2006/main">
            <a:off x="419100" y="6600825"/>
            <a:ext cx="6667500" cy="190500"/>
          </a:xfrm>
          <a:prstGeom xmlns:a="http://schemas.openxmlformats.org/drawingml/2006/main" prst="roundRect">
            <a:avLst>
              <a:gd name="adj" fmla="val 50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FFFFFF"/>
                </a:solidFill>
                <a:latin typeface="Arial"/>
                <a:ea typeface="Arial"/>
                <a:cs typeface="Arial"/>
              </a:defRPr>
            </a:pPr>
            <a:r>
              <a:rPr sz="1050" b="1">
                <a:solidFill>
                  <a:srgbClr val="FFFFFF"/>
                </a:solidFill>
                <a:latin typeface="Arial"/>
                <a:ea typeface="Arial"/>
                <a:cs typeface="Arial"/>
              </a:rPr>
              <a:t>SKYGUARD  /  SIH26073</a:t>
            </a:r>
          </a:p>
        </p:txBody>
      </p:sp>
      <p:sp>
        <p:nvSpPr>
          <p:cNvPr id="7" name="">
            <a:extLst xmlns:a="http://schemas.openxmlformats.org/drawingml/2006/main">
              <a:ext uri="{FF2B5EF4-FFF2-40B4-BE49-F238E27FC236}">
                <a16:creationId xmlns:a16="http://schemas.microsoft.com/office/drawing/2014/main" id="{3E3D0C24-2C84-4E72-A478-93AF2DEAB673}"/>
              </a:ext>
            </a:extLst>
          </p:cNvPr>
          <p:cNvSpPr>
            <a:spLocks xmlns:a="http://schemas.openxmlformats.org/drawingml/2006/main" noGrp="1"/>
          </p:cNvSpPr>
          <p:nvPr/>
        </p:nvSpPr>
        <p:spPr>
          <a:xfrm xmlns:a="http://schemas.openxmlformats.org/drawingml/2006/main">
            <a:off x="11287125" y="6572250"/>
            <a:ext cx="476250" cy="228600"/>
          </a:xfrm>
          <a:prstGeom xmlns:a="http://schemas.openxmlformats.org/drawingml/2006/main" prst="roundRect">
            <a:avLst>
              <a:gd name="adj" fmla="val 50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FFFFFF"/>
                </a:solidFill>
                <a:latin typeface="Arial"/>
                <a:ea typeface="Arial"/>
                <a:cs typeface="Arial"/>
              </a:defRPr>
            </a:pPr>
            <a:r>
              <a:rPr sz="1350" b="1">
                <a:solidFill>
                  <a:srgbClr val="FFFFFF"/>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043928D4-575C-455B-943C-258400CE1AE3}"/>
              </a:ext>
            </a:extLst>
          </p:cNvPr>
          <p:cNvSpPr>
            <a:spLocks xmlns:a="http://schemas.openxmlformats.org/drawingml/2006/main" noGrp="1"/>
          </p:cNvSpPr>
          <p:nvPr/>
        </p:nvSpPr>
        <p:spPr>
          <a:xfrm xmlns:a="http://schemas.openxmlformats.org/drawingml/2006/main">
            <a:off x="523875" y="1495425"/>
            <a:ext cx="5810250" cy="1162050"/>
          </a:xfrm>
          <a:prstGeom xmlns:a="http://schemas.openxmlformats.org/drawingml/2006/main" prst="roundRect">
            <a:avLst>
              <a:gd name="adj" fmla="val 9836"/>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3450" b="1">
                <a:solidFill>
                  <a:srgbClr val="17324D"/>
                </a:solidFill>
                <a:latin typeface="Arial"/>
                <a:ea typeface="Arial"/>
                <a:cs typeface="Arial"/>
              </a:defRPr>
            </a:pPr>
            <a:r>
              <a:rPr sz="3450" b="1">
                <a:solidFill>
                  <a:srgbClr val="17324D"/>
                </a:solidFill>
                <a:latin typeface="Arial"/>
                <a:ea typeface="Arial"/>
                <a:cs typeface="Arial"/>
              </a:rPr>
              <a:t>Weather station data</a:t>
            </a:r>
          </a:p>
          <a:p xmlns:a="http://schemas.openxmlformats.org/drawingml/2006/main">
            <a:pPr algn="l">
              <a:defRPr sz="3450" b="1">
                <a:solidFill>
                  <a:srgbClr val="17324D"/>
                </a:solidFill>
                <a:latin typeface="Arial"/>
                <a:ea typeface="Arial"/>
                <a:cs typeface="Arial"/>
              </a:defRPr>
            </a:pPr>
            <a:r>
              <a:rPr sz="3450" b="1">
                <a:solidFill>
                  <a:srgbClr val="17324D"/>
                </a:solidFill>
                <a:latin typeface="Arial"/>
                <a:ea typeface="Arial"/>
                <a:cs typeface="Arial"/>
              </a:rPr>
              <a:t>with an explanation</a:t>
            </a:r>
          </a:p>
        </p:txBody>
      </p:sp>
      <p:sp>
        <p:nvSpPr>
          <p:cNvPr id="9" name="">
            <a:extLst xmlns:a="http://schemas.openxmlformats.org/drawingml/2006/main">
              <a:ext uri="{FF2B5EF4-FFF2-40B4-BE49-F238E27FC236}">
                <a16:creationId xmlns:a16="http://schemas.microsoft.com/office/drawing/2014/main" id="{16CF8F2C-3219-4DEB-9356-3539FFDD13AD}"/>
              </a:ext>
            </a:extLst>
          </p:cNvPr>
          <p:cNvSpPr>
            <a:spLocks xmlns:a="http://schemas.openxmlformats.org/drawingml/2006/main" noGrp="1"/>
          </p:cNvSpPr>
          <p:nvPr/>
        </p:nvSpPr>
        <p:spPr>
          <a:xfrm xmlns:a="http://schemas.openxmlformats.org/drawingml/2006/main">
            <a:off x="542925" y="2886075"/>
            <a:ext cx="5619750" cy="762000"/>
          </a:xfrm>
          <a:prstGeom xmlns:a="http://schemas.openxmlformats.org/drawingml/2006/main" prst="roundRect">
            <a:avLst>
              <a:gd name="adj" fmla="val 15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2667B"/>
                </a:solidFill>
                <a:latin typeface="Arial"/>
                <a:ea typeface="Arial"/>
                <a:cs typeface="Arial"/>
              </a:defRPr>
            </a:pPr>
            <a:r>
              <a:rPr sz="1950" b="0">
                <a:solidFill>
                  <a:srgbClr val="52667B"/>
                </a:solidFill>
                <a:latin typeface="Arial"/>
                <a:ea typeface="Arial"/>
                <a:cs typeface="Arial"/>
              </a:rPr>
              <a:t>AI/ML-Based Intelligent Anomaly Detection</a:t>
            </a:r>
          </a:p>
          <a:p xmlns:a="http://schemas.openxmlformats.org/drawingml/2006/main">
            <a:pPr algn="l">
              <a:defRPr sz="1950" b="0">
                <a:solidFill>
                  <a:srgbClr val="52667B"/>
                </a:solidFill>
                <a:latin typeface="Arial"/>
                <a:ea typeface="Arial"/>
                <a:cs typeface="Arial"/>
              </a:defRPr>
            </a:pPr>
            <a:r>
              <a:rPr sz="1950" b="0">
                <a:solidFill>
                  <a:srgbClr val="52667B"/>
                </a:solidFill>
                <a:latin typeface="Arial"/>
                <a:ea typeface="Arial"/>
                <a:cs typeface="Arial"/>
              </a:rPr>
              <a:t>for Automatic Weather Stations (AWS)</a:t>
            </a:r>
          </a:p>
        </p:txBody>
      </p:sp>
      <p:sp>
        <p:nvSpPr>
          <p:cNvPr id="10" name="">
            <a:extLst xmlns:a="http://schemas.openxmlformats.org/drawingml/2006/main">
              <a:ext uri="{FF2B5EF4-FFF2-40B4-BE49-F238E27FC236}">
                <a16:creationId xmlns:a16="http://schemas.microsoft.com/office/drawing/2014/main" id="{6E266F51-25A5-4F4E-BA74-581462CE3368}"/>
              </a:ext>
            </a:extLst>
          </p:cNvPr>
          <p:cNvSpPr>
            <a:spLocks xmlns:a="http://schemas.openxmlformats.org/drawingml/2006/main" noGrp="1"/>
          </p:cNvSpPr>
          <p:nvPr/>
        </p:nvSpPr>
        <p:spPr>
          <a:xfrm xmlns:a="http://schemas.openxmlformats.org/drawingml/2006/main">
            <a:off x="542925" y="4076700"/>
            <a:ext cx="5334000" cy="333375"/>
          </a:xfrm>
          <a:prstGeom xmlns:a="http://schemas.openxmlformats.org/drawingml/2006/main" prst="roundRect">
            <a:avLst>
              <a:gd name="adj" fmla="val 34286"/>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2868B2"/>
                </a:solidFill>
                <a:latin typeface="Arial"/>
                <a:ea typeface="Arial"/>
                <a:cs typeface="Arial"/>
              </a:defRPr>
            </a:pPr>
            <a:r>
              <a:rPr sz="1725" b="1">
                <a:solidFill>
                  <a:srgbClr val="2868B2"/>
                </a:solidFill>
                <a:latin typeface="Arial"/>
                <a:ea typeface="Arial"/>
                <a:cs typeface="Arial"/>
              </a:rPr>
              <a:t>Problem statement 26073</a:t>
            </a:r>
          </a:p>
        </p:txBody>
      </p:sp>
      <p:sp>
        <p:nvSpPr>
          <p:cNvPr id="11" name="">
            <a:extLst xmlns:a="http://schemas.openxmlformats.org/drawingml/2006/main">
              <a:ext uri="{FF2B5EF4-FFF2-40B4-BE49-F238E27FC236}">
                <a16:creationId xmlns:a16="http://schemas.microsoft.com/office/drawing/2014/main" id="{493DB0CA-9484-46ED-B08B-CD9BE6073799}"/>
              </a:ext>
            </a:extLst>
          </p:cNvPr>
          <p:cNvSpPr>
            <a:spLocks xmlns:a="http://schemas.openxmlformats.org/drawingml/2006/main" noGrp="1"/>
          </p:cNvSpPr>
          <p:nvPr/>
        </p:nvSpPr>
        <p:spPr>
          <a:xfrm xmlns:a="http://schemas.openxmlformats.org/drawingml/2006/main">
            <a:off x="542925" y="4552950"/>
            <a:ext cx="5524500" cy="685800"/>
          </a:xfrm>
          <a:prstGeom xmlns:a="http://schemas.openxmlformats.org/drawingml/2006/main" prst="roundRect">
            <a:avLst>
              <a:gd name="adj" fmla="val 16667"/>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2667B"/>
                </a:solidFill>
                <a:latin typeface="Arial"/>
                <a:ea typeface="Arial"/>
                <a:cs typeface="Arial"/>
              </a:defRPr>
            </a:pPr>
            <a:r>
              <a:rPr sz="1650" b="0">
                <a:solidFill>
                  <a:srgbClr val="52667B"/>
                </a:solidFill>
                <a:latin typeface="Arial"/>
                <a:ea typeface="Arial"/>
                <a:cs typeface="Arial"/>
              </a:rPr>
              <a:t>Disaster Management  •  Software</a:t>
            </a:r>
          </a:p>
          <a:p xmlns:a="http://schemas.openxmlformats.org/drawingml/2006/main">
            <a:pPr algn="l">
              <a:defRPr sz="1650" b="0">
                <a:solidFill>
                  <a:srgbClr val="52667B"/>
                </a:solidFill>
                <a:latin typeface="Arial"/>
                <a:ea typeface="Arial"/>
                <a:cs typeface="Arial"/>
              </a:defRPr>
            </a:pPr>
            <a:r>
              <a:rPr sz="1650" b="0">
                <a:solidFill>
                  <a:srgbClr val="52667B"/>
                </a:solidFill>
                <a:latin typeface="Arial"/>
                <a:ea typeface="Arial"/>
                <a:cs typeface="Arial"/>
              </a:rPr>
              <a:t>Team OFF BY ONE  •  ID 132195</a:t>
            </a:r>
          </a:p>
        </p:txBody>
      </p:sp>
      <p:sp>
        <p:nvSpPr>
          <p:cNvPr id="12" name="">
            <a:extLst xmlns:a="http://schemas.openxmlformats.org/drawingml/2006/main">
              <a:ext uri="{FF2B5EF4-FFF2-40B4-BE49-F238E27FC236}">
                <a16:creationId xmlns:a16="http://schemas.microsoft.com/office/drawing/2014/main" id="{D0760BBF-784E-4A56-BDFD-F153287EFF13}"/>
              </a:ext>
            </a:extLst>
          </p:cNvPr>
          <p:cNvSpPr>
            <a:spLocks xmlns:a="http://schemas.openxmlformats.org/drawingml/2006/main" noGrp="1"/>
          </p:cNvSpPr>
          <p:nvPr/>
        </p:nvSpPr>
        <p:spPr>
          <a:xfrm xmlns:a="http://schemas.openxmlformats.org/drawingml/2006/main">
            <a:off x="542925" y="5600700"/>
            <a:ext cx="5524500" cy="333375"/>
          </a:xfrm>
          <a:prstGeom xmlns:a="http://schemas.openxmlformats.org/drawingml/2006/main" prst="roundRect">
            <a:avLst>
              <a:gd name="adj" fmla="val 34286"/>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168B83"/>
                </a:solidFill>
                <a:latin typeface="Arial"/>
                <a:ea typeface="Arial"/>
                <a:cs typeface="Arial"/>
              </a:defRPr>
            </a:pPr>
            <a:r>
              <a:rPr sz="1500" b="0">
                <a:solidFill>
                  <a:srgbClr val="168B83"/>
                </a:solidFill>
                <a:latin typeface="Arial"/>
                <a:ea typeface="Arial"/>
                <a:cs typeface="Arial"/>
              </a:rPr>
              <a:t>Working prototype with 500 simulated stations</a:t>
            </a:r>
          </a:p>
        </p:txBody>
      </p:sp>
      <p:sp>
        <p:nvSpPr>
          <p:cNvPr id="13" name="">
            <a:extLst xmlns:a="http://schemas.openxmlformats.org/drawingml/2006/main">
              <a:ext uri="{FF2B5EF4-FFF2-40B4-BE49-F238E27FC236}">
                <a16:creationId xmlns:a16="http://schemas.microsoft.com/office/drawing/2014/main" id="{8A5927DE-0385-4847-A98B-781C9FF75D6E}"/>
              </a:ext>
            </a:extLst>
          </p:cNvPr>
          <p:cNvSpPr>
            <a:spLocks xmlns:a="http://schemas.openxmlformats.org/drawingml/2006/main" noGrp="1"/>
          </p:cNvSpPr>
          <p:nvPr/>
        </p:nvSpPr>
        <p:spPr>
          <a:xfrm xmlns:a="http://schemas.openxmlformats.org/drawingml/2006/main">
            <a:off x="7029450" y="1533525"/>
            <a:ext cx="4143375" cy="1190625"/>
          </a:xfrm>
          <a:prstGeom xmlns:a="http://schemas.openxmlformats.org/drawingml/2006/main" prst="roundRect">
            <a:avLst>
              <a:gd name="adj" fmla="val 9600"/>
            </a:avLst>
          </a:prstGeom>
          <a:solidFill xmlns:a="http://schemas.openxmlformats.org/drawingml/2006/main">
            <a:srgbClr val="EEF5FD"/>
          </a:solidFill>
          <a:ln xmlns:a="http://schemas.openxmlformats.org/drawingml/2006/main" w="15240">
            <a:solidFill>
              <a:srgbClr val="2868B2"/>
            </a:solidFill>
          </a:ln>
        </p:spPr>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bb8e08611ef84766">
            <a:extLst>
              <a:ext uri="{96DAC541-7B7A-43D3-8B79-37D633B846F1}">
                <asvg:svgBlip xmlns:asvg="http://schemas.microsoft.com/office/drawing/2016/SVG/main" r:embed="R5e45b2ba518749ac"/>
              </a:ext>
            </a:extLst>
          </a:blip>
          <a:stretch xmlns:a="http://schemas.openxmlformats.org/drawingml/2006/main"/>
        </p:blipFill>
        <p:spPr>
          <a:xfrm xmlns:a="http://schemas.openxmlformats.org/drawingml/2006/main">
            <a:off x="7200900" y="1704975"/>
            <a:ext cx="285750" cy="28575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9A7242A9-D1E5-41FF-8800-E20425562EBD}"/>
              </a:ext>
            </a:extLst>
          </p:cNvPr>
          <p:cNvSpPr>
            <a:spLocks xmlns:a="http://schemas.openxmlformats.org/drawingml/2006/main" noGrp="1"/>
          </p:cNvSpPr>
          <p:nvPr/>
        </p:nvSpPr>
        <p:spPr>
          <a:xfrm xmlns:a="http://schemas.openxmlformats.org/drawingml/2006/main">
            <a:off x="7600950" y="1714500"/>
            <a:ext cx="3400425" cy="457200"/>
          </a:xfrm>
          <a:prstGeom xmlns:a="http://schemas.openxmlformats.org/drawingml/2006/main" prst="roundRect">
            <a:avLst>
              <a:gd name="adj" fmla="val 25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AWS observations</a:t>
            </a:r>
          </a:p>
        </p:txBody>
      </p:sp>
      <p:sp>
        <p:nvSpPr>
          <p:cNvPr id="16" name="">
            <a:extLst xmlns:a="http://schemas.openxmlformats.org/drawingml/2006/main">
              <a:ext uri="{FF2B5EF4-FFF2-40B4-BE49-F238E27FC236}">
                <a16:creationId xmlns:a16="http://schemas.microsoft.com/office/drawing/2014/main" id="{B1040C9C-850B-47A0-A490-ED6C2CBAB42C}"/>
              </a:ext>
            </a:extLst>
          </p:cNvPr>
          <p:cNvSpPr>
            <a:spLocks xmlns:a="http://schemas.openxmlformats.org/drawingml/2006/main" noGrp="1"/>
          </p:cNvSpPr>
          <p:nvPr/>
        </p:nvSpPr>
        <p:spPr>
          <a:xfrm xmlns:a="http://schemas.openxmlformats.org/drawingml/2006/main">
            <a:off x="7219950" y="2124075"/>
            <a:ext cx="3762375" cy="561975"/>
          </a:xfrm>
          <a:prstGeom xmlns:a="http://schemas.openxmlformats.org/drawingml/2006/main" prst="roundRect">
            <a:avLst>
              <a:gd name="adj" fmla="val 20339"/>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67B"/>
                </a:solidFill>
                <a:latin typeface="Arial"/>
                <a:ea typeface="Arial"/>
                <a:cs typeface="Arial"/>
              </a:defRPr>
            </a:pPr>
            <a:r>
              <a:rPr sz="1500" b="0">
                <a:solidFill>
                  <a:srgbClr val="52667B"/>
                </a:solidFill>
                <a:latin typeface="Arial"/>
                <a:ea typeface="Arial"/>
                <a:cs typeface="Arial"/>
              </a:rPr>
              <a:t>Temperature  •  Pressure  •  Humidity</a:t>
            </a:r>
          </a:p>
        </p:txBody>
      </p:sp>
      <p:sp>
        <p:nvSpPr>
          <p:cNvPr id="17" name="">
            <a:extLst xmlns:a="http://schemas.openxmlformats.org/drawingml/2006/main">
              <a:ext uri="{FF2B5EF4-FFF2-40B4-BE49-F238E27FC236}">
                <a16:creationId xmlns:a16="http://schemas.microsoft.com/office/drawing/2014/main" id="{52EA5415-C0C4-4873-A3FB-6C2E064711D4}"/>
              </a:ext>
            </a:extLst>
          </p:cNvPr>
          <p:cNvSpPr>
            <a:spLocks xmlns:a="http://schemas.openxmlformats.org/drawingml/2006/main" noGrp="1"/>
          </p:cNvSpPr>
          <p:nvPr/>
        </p:nvSpPr>
        <p:spPr>
          <a:xfrm xmlns:a="http://schemas.openxmlformats.org/drawingml/2006/main">
            <a:off x="7029450" y="3257550"/>
            <a:ext cx="4143375" cy="1219200"/>
          </a:xfrm>
          <a:prstGeom xmlns:a="http://schemas.openxmlformats.org/drawingml/2006/main" prst="roundRect">
            <a:avLst>
              <a:gd name="adj" fmla="val 9375"/>
            </a:avLst>
          </a:prstGeom>
          <a:solidFill xmlns:a="http://schemas.openxmlformats.org/drawingml/2006/main">
            <a:srgbClr val="EDF8F5"/>
          </a:solidFill>
          <a:ln xmlns:a="http://schemas.openxmlformats.org/drawingml/2006/main" w="15240">
            <a:solidFill>
              <a:srgbClr val="168B83"/>
            </a:solidFill>
          </a:ln>
        </p:spPr>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c26e5593c93e455f">
            <a:extLst>
              <a:ext uri="{96DAC541-7B7A-43D3-8B79-37D633B846F1}">
                <asvg:svgBlip xmlns:asvg="http://schemas.microsoft.com/office/drawing/2016/SVG/main" r:embed="R1d17d8f996db4e9a"/>
              </a:ext>
            </a:extLst>
          </a:blip>
          <a:stretch xmlns:a="http://schemas.openxmlformats.org/drawingml/2006/main"/>
        </p:blipFill>
        <p:spPr>
          <a:xfrm xmlns:a="http://schemas.openxmlformats.org/drawingml/2006/main">
            <a:off x="7200900" y="3429000"/>
            <a:ext cx="285750" cy="285750"/>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7B9EF41E-C1CF-48CB-A5DF-2CD531DF7D33}"/>
              </a:ext>
            </a:extLst>
          </p:cNvPr>
          <p:cNvSpPr>
            <a:spLocks xmlns:a="http://schemas.openxmlformats.org/drawingml/2006/main" noGrp="1"/>
          </p:cNvSpPr>
          <p:nvPr/>
        </p:nvSpPr>
        <p:spPr>
          <a:xfrm xmlns:a="http://schemas.openxmlformats.org/drawingml/2006/main">
            <a:off x="7600950" y="3438525"/>
            <a:ext cx="3400425" cy="457200"/>
          </a:xfrm>
          <a:prstGeom xmlns:a="http://schemas.openxmlformats.org/drawingml/2006/main" prst="roundRect">
            <a:avLst>
              <a:gd name="adj" fmla="val 25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SkyGuard checks</a:t>
            </a:r>
          </a:p>
        </p:txBody>
      </p:sp>
      <p:sp>
        <p:nvSpPr>
          <p:cNvPr id="20" name="">
            <a:extLst xmlns:a="http://schemas.openxmlformats.org/drawingml/2006/main">
              <a:ext uri="{FF2B5EF4-FFF2-40B4-BE49-F238E27FC236}">
                <a16:creationId xmlns:a16="http://schemas.microsoft.com/office/drawing/2014/main" id="{CB4F7F03-C3E5-4F35-ADF0-E00C1E31F6A1}"/>
              </a:ext>
            </a:extLst>
          </p:cNvPr>
          <p:cNvSpPr>
            <a:spLocks xmlns:a="http://schemas.openxmlformats.org/drawingml/2006/main" noGrp="1"/>
          </p:cNvSpPr>
          <p:nvPr/>
        </p:nvSpPr>
        <p:spPr>
          <a:xfrm xmlns:a="http://schemas.openxmlformats.org/drawingml/2006/main">
            <a:off x="7219950" y="3848100"/>
            <a:ext cx="3762375" cy="590550"/>
          </a:xfrm>
          <a:prstGeom xmlns:a="http://schemas.openxmlformats.org/drawingml/2006/main" prst="roundRect">
            <a:avLst>
              <a:gd name="adj" fmla="val 19355"/>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67B"/>
                </a:solidFill>
                <a:latin typeface="Arial"/>
                <a:ea typeface="Arial"/>
                <a:cs typeface="Arial"/>
              </a:defRPr>
            </a:pPr>
            <a:r>
              <a:rPr sz="1500" b="0">
                <a:solidFill>
                  <a:srgbClr val="52667B"/>
                </a:solidFill>
                <a:latin typeface="Arial"/>
                <a:ea typeface="Arial"/>
                <a:cs typeface="Arial"/>
              </a:rPr>
              <a:t>History, ML, physics and nearby stations</a:t>
            </a:r>
          </a:p>
        </p:txBody>
      </p:sp>
      <p:cxnSp>
        <p:nvCxnSpPr>
          <p:cNvPr id="47" name=""/>
          <p:cNvCxnSpPr>
            <a:stCxn xmlns:a="http://schemas.openxmlformats.org/drawingml/2006/main" id="13" idx="2"/>
            <a:endCxn xmlns:a="http://schemas.openxmlformats.org/drawingml/2006/main" id="17" idx="0"/>
          </p:cNvCxnSpPr>
          <p:nvPr/>
        </p:nvCxnSpPr>
        <p:spPr>
          <a:xfrm xmlns:a="http://schemas.openxmlformats.org/drawingml/2006/main">
            <a:off x="9101138" y="2724150"/>
            <a:ext cx="0" cy="533400"/>
          </a:xfrm>
          <a:prstGeom xmlns:a="http://schemas.openxmlformats.org/drawingml/2006/main" prst="straightConnector1">
            <a:avLst/>
          </a:prstGeom>
          <a:ln xmlns:a="http://schemas.openxmlformats.org/drawingml/2006/main" w="20955">
            <a:solidFill>
              <a:srgbClr val="2868B2"/>
            </a:solidFill>
            <a:tailEnd type="triangle" w="sm" len="sm"/>
          </a:ln>
        </p:spPr>
      </p:cxnSp>
      <p:sp>
        <p:nvSpPr>
          <p:cNvPr id="22" name="">
            <a:extLst xmlns:a="http://schemas.openxmlformats.org/drawingml/2006/main">
              <a:ext uri="{FF2B5EF4-FFF2-40B4-BE49-F238E27FC236}">
                <a16:creationId xmlns:a16="http://schemas.microsoft.com/office/drawing/2014/main" id="{0E337638-8C96-4C25-972C-A34A24E373CF}"/>
              </a:ext>
            </a:extLst>
          </p:cNvPr>
          <p:cNvSpPr>
            <a:spLocks xmlns:a="http://schemas.openxmlformats.org/drawingml/2006/main" noGrp="1"/>
          </p:cNvSpPr>
          <p:nvPr/>
        </p:nvSpPr>
        <p:spPr>
          <a:xfrm xmlns:a="http://schemas.openxmlformats.org/drawingml/2006/main">
            <a:off x="7029450" y="5010150"/>
            <a:ext cx="4143375" cy="1057275"/>
          </a:xfrm>
          <a:prstGeom xmlns:a="http://schemas.openxmlformats.org/drawingml/2006/main" prst="roundRect">
            <a:avLst>
              <a:gd name="adj" fmla="val 10811"/>
            </a:avLst>
          </a:prstGeom>
          <a:solidFill xmlns:a="http://schemas.openxmlformats.org/drawingml/2006/main">
            <a:srgbClr val="FFF7E6"/>
          </a:solidFill>
          <a:ln xmlns:a="http://schemas.openxmlformats.org/drawingml/2006/main" w="15240">
            <a:solidFill>
              <a:srgbClr val="D69A24"/>
            </a:solidFill>
          </a:ln>
        </p:spPr>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35fa10d20a854b70">
            <a:extLst>
              <a:ext uri="{96DAC541-7B7A-43D3-8B79-37D633B846F1}">
                <asvg:svgBlip xmlns:asvg="http://schemas.microsoft.com/office/drawing/2016/SVG/main" r:embed="R5d16d21b8be34bf2"/>
              </a:ext>
            </a:extLst>
          </a:blip>
          <a:stretch xmlns:a="http://schemas.openxmlformats.org/drawingml/2006/main"/>
        </p:blipFill>
        <p:spPr>
          <a:xfrm xmlns:a="http://schemas.openxmlformats.org/drawingml/2006/main">
            <a:off x="7200900" y="5181600"/>
            <a:ext cx="285750" cy="285750"/>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829C8512-22E9-4443-B0BD-6758B2FD773A}"/>
              </a:ext>
            </a:extLst>
          </p:cNvPr>
          <p:cNvSpPr>
            <a:spLocks xmlns:a="http://schemas.openxmlformats.org/drawingml/2006/main" noGrp="1"/>
          </p:cNvSpPr>
          <p:nvPr/>
        </p:nvSpPr>
        <p:spPr>
          <a:xfrm xmlns:a="http://schemas.openxmlformats.org/drawingml/2006/main">
            <a:off x="7600950" y="5191125"/>
            <a:ext cx="3400425" cy="457200"/>
          </a:xfrm>
          <a:prstGeom xmlns:a="http://schemas.openxmlformats.org/drawingml/2006/main" prst="roundRect">
            <a:avLst>
              <a:gd name="adj" fmla="val 25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Evidence for the operator</a:t>
            </a:r>
          </a:p>
        </p:txBody>
      </p:sp>
      <p:sp>
        <p:nvSpPr>
          <p:cNvPr id="25" name="">
            <a:extLst xmlns:a="http://schemas.openxmlformats.org/drawingml/2006/main">
              <a:ext uri="{FF2B5EF4-FFF2-40B4-BE49-F238E27FC236}">
                <a16:creationId xmlns:a16="http://schemas.microsoft.com/office/drawing/2014/main" id="{338C897F-8447-4B32-84B8-45E7F61109C5}"/>
              </a:ext>
            </a:extLst>
          </p:cNvPr>
          <p:cNvSpPr>
            <a:spLocks xmlns:a="http://schemas.openxmlformats.org/drawingml/2006/main" noGrp="1"/>
          </p:cNvSpPr>
          <p:nvPr/>
        </p:nvSpPr>
        <p:spPr>
          <a:xfrm xmlns:a="http://schemas.openxmlformats.org/drawingml/2006/main">
            <a:off x="7219950" y="5600700"/>
            <a:ext cx="3762375" cy="428625"/>
          </a:xfrm>
          <a:prstGeom xmlns:a="http://schemas.openxmlformats.org/drawingml/2006/main" prst="roundRect">
            <a:avLst>
              <a:gd name="adj" fmla="val 26667"/>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67B"/>
                </a:solidFill>
                <a:latin typeface="Arial"/>
                <a:ea typeface="Arial"/>
                <a:cs typeface="Arial"/>
              </a:defRPr>
            </a:pPr>
            <a:r>
              <a:rPr sz="1500" b="0">
                <a:solidFill>
                  <a:srgbClr val="52667B"/>
                </a:solidFill>
                <a:latin typeface="Arial"/>
                <a:ea typeface="Arial"/>
                <a:cs typeface="Arial"/>
              </a:rPr>
              <a:t>Likely cause and a clear review action</a:t>
            </a:r>
          </a:p>
        </p:txBody>
      </p:sp>
      <p:cxnSp>
        <p:nvCxnSpPr>
          <p:cNvPr id="52" name=""/>
          <p:cNvCxnSpPr>
            <a:stCxn xmlns:a="http://schemas.openxmlformats.org/drawingml/2006/main" id="17" idx="2"/>
            <a:endCxn xmlns:a="http://schemas.openxmlformats.org/drawingml/2006/main" id="22" idx="0"/>
          </p:cNvCxnSpPr>
          <p:nvPr/>
        </p:nvCxnSpPr>
        <p:spPr>
          <a:xfrm xmlns:a="http://schemas.openxmlformats.org/drawingml/2006/main">
            <a:off x="9101138" y="4476750"/>
            <a:ext cx="0" cy="533400"/>
          </a:xfrm>
          <a:prstGeom xmlns:a="http://schemas.openxmlformats.org/drawingml/2006/main" prst="straightConnector1">
            <a:avLst/>
          </a:prstGeom>
          <a:ln xmlns:a="http://schemas.openxmlformats.org/drawingml/2006/main" w="20955">
            <a:solidFill>
              <a:srgbClr val="168B83"/>
            </a:solidFill>
            <a:tailEnd type="triangle" w="sm" len="sm"/>
          </a:ln>
        </p:spPr>
      </p:cxnSp>
    </p:spTree>
    <p:extLst>
      <p:ext uri="{BB962C8B-B14F-4D97-AF65-F5344CB8AC3E}">
        <p14:creationId xmlns:p14="http://schemas.microsoft.com/office/powerpoint/2010/main" val="18710250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8EE2CAFD-BD4D-4613-B666-7EF42E57B06F}"/>
              </a:ext>
            </a:extLst>
          </p:cNvPr>
          <p:cNvSpPr>
            <a:spLocks xmlns:a="http://schemas.openxmlformats.org/drawingml/2006/main" noGrp="1"/>
          </p:cNvSpPr>
          <p:nvPr/>
        </p:nvSpPr>
        <p:spPr>
          <a:xfrm xmlns:a="http://schemas.openxmlformats.org/drawingml/2006/main">
            <a:off x="419100" y="257175"/>
            <a:ext cx="1809750" cy="257175"/>
          </a:xfrm>
          <a:prstGeom xmlns:a="http://schemas.openxmlformats.org/drawingml/2006/main" prst="roundRect">
            <a:avLst>
              <a:gd name="adj" fmla="val 44444"/>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2868B2"/>
                </a:solidFill>
                <a:latin typeface="Arial"/>
                <a:ea typeface="Arial"/>
                <a:cs typeface="Arial"/>
              </a:defRPr>
            </a:pPr>
            <a:r>
              <a:rPr sz="1350" b="1">
                <a:solidFill>
                  <a:srgbClr val="2868B2"/>
                </a:solidFill>
                <a:latin typeface="Arial"/>
                <a:ea typeface="Arial"/>
                <a:cs typeface="Arial"/>
              </a:rPr>
              <a:t>OFF BY ONE</a:t>
            </a:r>
          </a:p>
        </p:txBody>
      </p:sp>
      <p:sp>
        <p:nvSpPr>
          <p:cNvPr id="2" name="">
            <a:extLst xmlns:a="http://schemas.openxmlformats.org/drawingml/2006/main">
              <a:ext uri="{FF2B5EF4-FFF2-40B4-BE49-F238E27FC236}">
                <a16:creationId xmlns:a16="http://schemas.microsoft.com/office/drawing/2014/main" id="{3B765E30-2811-4400-9342-463597B350DF}"/>
              </a:ext>
            </a:extLst>
          </p:cNvPr>
          <p:cNvSpPr>
            <a:spLocks xmlns:a="http://schemas.openxmlformats.org/drawingml/2006/main" noGrp="1"/>
          </p:cNvSpPr>
          <p:nvPr/>
        </p:nvSpPr>
        <p:spPr>
          <a:xfrm xmlns:a="http://schemas.openxmlformats.org/drawingml/2006/main">
            <a:off x="2381250" y="209550"/>
            <a:ext cx="6953250" cy="495300"/>
          </a:xfrm>
          <a:prstGeom xmlns:a="http://schemas.openxmlformats.org/drawingml/2006/main" prst="roundRect">
            <a:avLst>
              <a:gd name="adj" fmla="val 23077"/>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PROPOSED SOLUTION</a:t>
            </a:r>
          </a:p>
        </p:txBody>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7b408554684040d0"/>
          <a:stretch xmlns:a="http://schemas.openxmlformats.org/drawingml/2006/main"/>
        </p:blipFill>
        <p:spPr>
          <a:xfrm xmlns:a="http://schemas.openxmlformats.org/drawingml/2006/main">
            <a:off x="10334625" y="148332"/>
            <a:ext cx="1428750" cy="674887"/>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51EA229-83AC-461E-B45E-1B509D5A5A42}"/>
              </a:ext>
            </a:extLst>
          </p:cNvPr>
          <p:cNvSpPr>
            <a:spLocks xmlns:a="http://schemas.openxmlformats.org/drawingml/2006/main" noGrp="1"/>
          </p:cNvSpPr>
          <p:nvPr/>
        </p:nvSpPr>
        <p:spPr>
          <a:xfrm xmlns:a="http://schemas.openxmlformats.org/drawingml/2006/main">
            <a:off x="419100" y="895350"/>
            <a:ext cx="11353800" cy="19050"/>
          </a:xfrm>
          <a:prstGeom xmlns:a="http://schemas.openxmlformats.org/drawingml/2006/main" prst="roundRect">
            <a:avLst>
              <a:gd name="adj" fmla="val 50000"/>
            </a:avLst>
          </a:prstGeom>
          <a:solidFill xmlns:a="http://schemas.openxmlformats.org/drawingml/2006/main">
            <a:srgbClr val="CDDBE8"/>
          </a:solidFill>
          <a:ln xmlns:a="http://schemas.openxmlformats.org/drawingml/2006/main" w="15240">
            <a:noFill/>
          </a:ln>
        </p:spPr>
      </p:sp>
      <p:sp>
        <p:nvSpPr>
          <p:cNvPr id="5" name="">
            <a:extLst xmlns:a="http://schemas.openxmlformats.org/drawingml/2006/main">
              <a:ext uri="{FF2B5EF4-FFF2-40B4-BE49-F238E27FC236}">
                <a16:creationId xmlns:a16="http://schemas.microsoft.com/office/drawing/2014/main" id="{4BD3D36E-D364-43B1-BFBE-8228E337DFF1}"/>
              </a:ext>
            </a:extLst>
          </p:cNvPr>
          <p:cNvSpPr>
            <a:spLocks xmlns:a="http://schemas.openxmlformats.org/drawingml/2006/main" noGrp="1"/>
          </p:cNvSpPr>
          <p:nvPr/>
        </p:nvSpPr>
        <p:spPr>
          <a:xfrm xmlns:a="http://schemas.openxmlformats.org/drawingml/2006/main">
            <a:off x="419100" y="1066800"/>
            <a:ext cx="11287125" cy="400050"/>
          </a:xfrm>
          <a:prstGeom xmlns:a="http://schemas.openxmlformats.org/drawingml/2006/main" prst="roundRect">
            <a:avLst>
              <a:gd name="adj" fmla="val 28571"/>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2667B"/>
                </a:solidFill>
                <a:latin typeface="Arial"/>
                <a:ea typeface="Arial"/>
                <a:cs typeface="Arial"/>
              </a:defRPr>
            </a:pPr>
            <a:r>
              <a:rPr sz="1650" b="0">
                <a:solidFill>
                  <a:srgbClr val="52667B"/>
                </a:solidFill>
                <a:latin typeface="Arial"/>
                <a:ea typeface="Arial"/>
                <a:cs typeface="Arial"/>
              </a:rPr>
              <a:t>A sudden change may be weather, a sensor fault or a data-delivery problem.</a:t>
            </a:r>
          </a:p>
        </p:txBody>
      </p:sp>
      <p:sp>
        <p:nvSpPr>
          <p:cNvPr id="6" name="">
            <a:extLst xmlns:a="http://schemas.openxmlformats.org/drawingml/2006/main">
              <a:ext uri="{FF2B5EF4-FFF2-40B4-BE49-F238E27FC236}">
                <a16:creationId xmlns:a16="http://schemas.microsoft.com/office/drawing/2014/main" id="{1783CCE2-02CA-4B51-900F-CD2F6806240D}"/>
              </a:ext>
            </a:extLst>
          </p:cNvPr>
          <p:cNvSpPr>
            <a:spLocks xmlns:a="http://schemas.openxmlformats.org/drawingml/2006/main" noGrp="1"/>
          </p:cNvSpPr>
          <p:nvPr/>
        </p:nvSpPr>
        <p:spPr>
          <a:xfrm xmlns:a="http://schemas.openxmlformats.org/drawingml/2006/main">
            <a:off x="0" y="6496050"/>
            <a:ext cx="12192000" cy="361950"/>
          </a:xfrm>
          <a:prstGeom xmlns:a="http://schemas.openxmlformats.org/drawingml/2006/main" prst="roundRect">
            <a:avLst>
              <a:gd name="adj" fmla="val 31579"/>
            </a:avLst>
          </a:prstGeom>
          <a:solidFill xmlns:a="http://schemas.openxmlformats.org/drawingml/2006/main">
            <a:srgbClr val="2868B2"/>
          </a:solidFill>
          <a:ln xmlns:a="http://schemas.openxmlformats.org/drawingml/2006/main" w="15240">
            <a:noFill/>
          </a:ln>
        </p:spPr>
      </p:sp>
      <p:sp>
        <p:nvSpPr>
          <p:cNvPr id="7" name="">
            <a:extLst xmlns:a="http://schemas.openxmlformats.org/drawingml/2006/main">
              <a:ext uri="{FF2B5EF4-FFF2-40B4-BE49-F238E27FC236}">
                <a16:creationId xmlns:a16="http://schemas.microsoft.com/office/drawing/2014/main" id="{62E44EA2-5541-47B6-8E03-8446EF8B68C8}"/>
              </a:ext>
            </a:extLst>
          </p:cNvPr>
          <p:cNvSpPr>
            <a:spLocks xmlns:a="http://schemas.openxmlformats.org/drawingml/2006/main" noGrp="1"/>
          </p:cNvSpPr>
          <p:nvPr/>
        </p:nvSpPr>
        <p:spPr>
          <a:xfrm xmlns:a="http://schemas.openxmlformats.org/drawingml/2006/main">
            <a:off x="419100" y="6600825"/>
            <a:ext cx="6667500" cy="190500"/>
          </a:xfrm>
          <a:prstGeom xmlns:a="http://schemas.openxmlformats.org/drawingml/2006/main" prst="roundRect">
            <a:avLst>
              <a:gd name="adj" fmla="val 50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FFFFFF"/>
                </a:solidFill>
                <a:latin typeface="Arial"/>
                <a:ea typeface="Arial"/>
                <a:cs typeface="Arial"/>
              </a:defRPr>
            </a:pPr>
            <a:r>
              <a:rPr sz="1050" b="1">
                <a:solidFill>
                  <a:srgbClr val="FFFFFF"/>
                </a:solidFill>
                <a:latin typeface="Arial"/>
                <a:ea typeface="Arial"/>
                <a:cs typeface="Arial"/>
              </a:rPr>
              <a:t>SKYGUARD  /  SIH26073</a:t>
            </a:r>
          </a:p>
        </p:txBody>
      </p:sp>
      <p:sp>
        <p:nvSpPr>
          <p:cNvPr id="8" name="">
            <a:extLst xmlns:a="http://schemas.openxmlformats.org/drawingml/2006/main">
              <a:ext uri="{FF2B5EF4-FFF2-40B4-BE49-F238E27FC236}">
                <a16:creationId xmlns:a16="http://schemas.microsoft.com/office/drawing/2014/main" id="{EB1D68D3-600D-4400-ABD7-35CB2984398A}"/>
              </a:ext>
            </a:extLst>
          </p:cNvPr>
          <p:cNvSpPr>
            <a:spLocks xmlns:a="http://schemas.openxmlformats.org/drawingml/2006/main" noGrp="1"/>
          </p:cNvSpPr>
          <p:nvPr/>
        </p:nvSpPr>
        <p:spPr>
          <a:xfrm xmlns:a="http://schemas.openxmlformats.org/drawingml/2006/main">
            <a:off x="11287125" y="6572250"/>
            <a:ext cx="476250" cy="228600"/>
          </a:xfrm>
          <a:prstGeom xmlns:a="http://schemas.openxmlformats.org/drawingml/2006/main" prst="roundRect">
            <a:avLst>
              <a:gd name="adj" fmla="val 50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FFFFFF"/>
                </a:solidFill>
                <a:latin typeface="Arial"/>
                <a:ea typeface="Arial"/>
                <a:cs typeface="Arial"/>
              </a:defRPr>
            </a:pPr>
            <a:r>
              <a:rPr sz="1350" b="1">
                <a:solidFill>
                  <a:srgbClr val="FFFFFF"/>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EC13FF03-F6A4-4E48-9A41-270FC7DC8A84}"/>
              </a:ext>
            </a:extLst>
          </p:cNvPr>
          <p:cNvSpPr>
            <a:spLocks xmlns:a="http://schemas.openxmlformats.org/drawingml/2006/main" noGrp="1"/>
          </p:cNvSpPr>
          <p:nvPr/>
        </p:nvSpPr>
        <p:spPr>
          <a:xfrm xmlns:a="http://schemas.openxmlformats.org/drawingml/2006/main">
            <a:off x="419100" y="2619375"/>
            <a:ext cx="2171700" cy="1619250"/>
          </a:xfrm>
          <a:prstGeom xmlns:a="http://schemas.openxmlformats.org/drawingml/2006/main" prst="roundRect">
            <a:avLst>
              <a:gd name="adj" fmla="val 7059"/>
            </a:avLst>
          </a:prstGeom>
          <a:solidFill xmlns:a="http://schemas.openxmlformats.org/drawingml/2006/main">
            <a:srgbClr val="EEF5FD"/>
          </a:solidFill>
          <a:ln xmlns:a="http://schemas.openxmlformats.org/drawingml/2006/main" w="15240">
            <a:solidFill>
              <a:srgbClr val="2868B2"/>
            </a:solidFill>
          </a:ln>
        </p:spPr>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3453fe304ab34539">
            <a:extLst>
              <a:ext uri="{96DAC541-7B7A-43D3-8B79-37D633B846F1}">
                <asvg:svgBlip xmlns:asvg="http://schemas.microsoft.com/office/drawing/2016/SVG/main" r:embed="Rc29aa195adf643b8"/>
              </a:ext>
            </a:extLst>
          </a:blip>
          <a:stretch xmlns:a="http://schemas.openxmlformats.org/drawingml/2006/main"/>
        </p:blipFill>
        <p:spPr>
          <a:xfrm xmlns:a="http://schemas.openxmlformats.org/drawingml/2006/main">
            <a:off x="590550" y="2790825"/>
            <a:ext cx="285750" cy="28575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84B5E315-377B-423B-9329-3BC05C197A29}"/>
              </a:ext>
            </a:extLst>
          </p:cNvPr>
          <p:cNvSpPr>
            <a:spLocks xmlns:a="http://schemas.openxmlformats.org/drawingml/2006/main" noGrp="1"/>
          </p:cNvSpPr>
          <p:nvPr/>
        </p:nvSpPr>
        <p:spPr>
          <a:xfrm xmlns:a="http://schemas.openxmlformats.org/drawingml/2006/main">
            <a:off x="990600" y="2800350"/>
            <a:ext cx="1428750" cy="457200"/>
          </a:xfrm>
          <a:prstGeom xmlns:a="http://schemas.openxmlformats.org/drawingml/2006/main" prst="roundRect">
            <a:avLst>
              <a:gd name="adj" fmla="val 25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Reading</a:t>
            </a:r>
          </a:p>
        </p:txBody>
      </p:sp>
      <p:sp>
        <p:nvSpPr>
          <p:cNvPr id="12" name="">
            <a:extLst xmlns:a="http://schemas.openxmlformats.org/drawingml/2006/main">
              <a:ext uri="{FF2B5EF4-FFF2-40B4-BE49-F238E27FC236}">
                <a16:creationId xmlns:a16="http://schemas.microsoft.com/office/drawing/2014/main" id="{E67A1F21-A229-4B53-BD0E-E805592B2151}"/>
              </a:ext>
            </a:extLst>
          </p:cNvPr>
          <p:cNvSpPr>
            <a:spLocks xmlns:a="http://schemas.openxmlformats.org/drawingml/2006/main" noGrp="1"/>
          </p:cNvSpPr>
          <p:nvPr/>
        </p:nvSpPr>
        <p:spPr>
          <a:xfrm xmlns:a="http://schemas.openxmlformats.org/drawingml/2006/main">
            <a:off x="609600" y="3209925"/>
            <a:ext cx="1790700" cy="990600"/>
          </a:xfrm>
          <a:prstGeom xmlns:a="http://schemas.openxmlformats.org/drawingml/2006/main" prst="roundRect">
            <a:avLst>
              <a:gd name="adj" fmla="val 11538"/>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A sudden change</a:t>
            </a:r>
          </a:p>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needs a cause.</a:t>
            </a:r>
          </a:p>
        </p:txBody>
      </p:sp>
      <p:sp>
        <p:nvSpPr>
          <p:cNvPr id="13" name="">
            <a:extLst xmlns:a="http://schemas.openxmlformats.org/drawingml/2006/main">
              <a:ext uri="{FF2B5EF4-FFF2-40B4-BE49-F238E27FC236}">
                <a16:creationId xmlns:a16="http://schemas.microsoft.com/office/drawing/2014/main" id="{705F1415-59A6-488C-BD10-88A23E099309}"/>
              </a:ext>
            </a:extLst>
          </p:cNvPr>
          <p:cNvSpPr>
            <a:spLocks xmlns:a="http://schemas.openxmlformats.org/drawingml/2006/main" noGrp="1"/>
          </p:cNvSpPr>
          <p:nvPr/>
        </p:nvSpPr>
        <p:spPr>
          <a:xfrm xmlns:a="http://schemas.openxmlformats.org/drawingml/2006/main">
            <a:off x="3114675" y="1781175"/>
            <a:ext cx="2381250" cy="1428750"/>
          </a:xfrm>
          <a:prstGeom xmlns:a="http://schemas.openxmlformats.org/drawingml/2006/main" prst="roundRect">
            <a:avLst>
              <a:gd name="adj" fmla="val 8000"/>
            </a:avLst>
          </a:prstGeom>
          <a:solidFill xmlns:a="http://schemas.openxmlformats.org/drawingml/2006/main">
            <a:srgbClr val="EEF5FD"/>
          </a:solidFill>
          <a:ln xmlns:a="http://schemas.openxmlformats.org/drawingml/2006/main" w="15240">
            <a:solidFill>
              <a:srgbClr val="2868B2"/>
            </a:solidFill>
          </a:ln>
        </p:spPr>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da6dd03025854fa0">
            <a:extLst>
              <a:ext uri="{96DAC541-7B7A-43D3-8B79-37D633B846F1}">
                <asvg:svgBlip xmlns:asvg="http://schemas.microsoft.com/office/drawing/2016/SVG/main" r:embed="R855332eb2857454e"/>
              </a:ext>
            </a:extLst>
          </a:blip>
          <a:stretch xmlns:a="http://schemas.openxmlformats.org/drawingml/2006/main"/>
        </p:blipFill>
        <p:spPr>
          <a:xfrm xmlns:a="http://schemas.openxmlformats.org/drawingml/2006/main">
            <a:off x="3286125" y="1952625"/>
            <a:ext cx="285750" cy="28575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C7C88234-6C17-4690-9605-5C5B583F4FA3}"/>
              </a:ext>
            </a:extLst>
          </p:cNvPr>
          <p:cNvSpPr>
            <a:spLocks xmlns:a="http://schemas.openxmlformats.org/drawingml/2006/main" noGrp="1"/>
          </p:cNvSpPr>
          <p:nvPr/>
        </p:nvSpPr>
        <p:spPr>
          <a:xfrm xmlns:a="http://schemas.openxmlformats.org/drawingml/2006/main">
            <a:off x="3686175" y="1962150"/>
            <a:ext cx="1638300" cy="457200"/>
          </a:xfrm>
          <a:prstGeom xmlns:a="http://schemas.openxmlformats.org/drawingml/2006/main" prst="roundRect">
            <a:avLst>
              <a:gd name="adj" fmla="val 25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Station history</a:t>
            </a:r>
          </a:p>
        </p:txBody>
      </p:sp>
      <p:sp>
        <p:nvSpPr>
          <p:cNvPr id="16" name="">
            <a:extLst xmlns:a="http://schemas.openxmlformats.org/drawingml/2006/main">
              <a:ext uri="{FF2B5EF4-FFF2-40B4-BE49-F238E27FC236}">
                <a16:creationId xmlns:a16="http://schemas.microsoft.com/office/drawing/2014/main" id="{441BFEC6-99C5-4A97-A404-6A0E67E7D13C}"/>
              </a:ext>
            </a:extLst>
          </p:cNvPr>
          <p:cNvSpPr>
            <a:spLocks xmlns:a="http://schemas.openxmlformats.org/drawingml/2006/main" noGrp="1"/>
          </p:cNvSpPr>
          <p:nvPr/>
        </p:nvSpPr>
        <p:spPr>
          <a:xfrm xmlns:a="http://schemas.openxmlformats.org/drawingml/2006/main">
            <a:off x="3305175" y="2371725"/>
            <a:ext cx="2000250" cy="800100"/>
          </a:xfrm>
          <a:prstGeom xmlns:a="http://schemas.openxmlformats.org/drawingml/2006/main" prst="roundRect">
            <a:avLst>
              <a:gd name="adj" fmla="val 14286"/>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Check jumps, drift</a:t>
            </a:r>
          </a:p>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and stuck values.</a:t>
            </a:r>
          </a:p>
        </p:txBody>
      </p:sp>
      <p:sp>
        <p:nvSpPr>
          <p:cNvPr id="17" name="">
            <a:extLst xmlns:a="http://schemas.openxmlformats.org/drawingml/2006/main">
              <a:ext uri="{FF2B5EF4-FFF2-40B4-BE49-F238E27FC236}">
                <a16:creationId xmlns:a16="http://schemas.microsoft.com/office/drawing/2014/main" id="{13D3F1B5-0C2E-4184-90E3-516AF026FE47}"/>
              </a:ext>
            </a:extLst>
          </p:cNvPr>
          <p:cNvSpPr>
            <a:spLocks xmlns:a="http://schemas.openxmlformats.org/drawingml/2006/main" noGrp="1"/>
          </p:cNvSpPr>
          <p:nvPr/>
        </p:nvSpPr>
        <p:spPr>
          <a:xfrm xmlns:a="http://schemas.openxmlformats.org/drawingml/2006/main">
            <a:off x="3114675" y="3752850"/>
            <a:ext cx="2381250" cy="1562100"/>
          </a:xfrm>
          <a:prstGeom xmlns:a="http://schemas.openxmlformats.org/drawingml/2006/main" prst="roundRect">
            <a:avLst>
              <a:gd name="adj" fmla="val 7317"/>
            </a:avLst>
          </a:prstGeom>
          <a:solidFill xmlns:a="http://schemas.openxmlformats.org/drawingml/2006/main">
            <a:srgbClr val="EDF8F5"/>
          </a:solidFill>
          <a:ln xmlns:a="http://schemas.openxmlformats.org/drawingml/2006/main" w="15240">
            <a:solidFill>
              <a:srgbClr val="168B83"/>
            </a:solidFill>
          </a:ln>
        </p:spPr>
      </p:sp>
      <p:pic>
        <p:nvPicPr>
          <p:cNvPr id="63" name=""/>
          <p:cNvPicPr>
            <a:picLocks xmlns:a="http://schemas.openxmlformats.org/drawingml/2006/main" noChangeAspect="1"/>
          </p:cNvPicPr>
          <p:nvPr/>
        </p:nvPicPr>
        <p:blipFill>
          <a:blip xmlns:r="http://schemas.openxmlformats.org/officeDocument/2006/relationships" xmlns:a="http://schemas.openxmlformats.org/drawingml/2006/main" r:embed="R55f6a146ecce4557">
            <a:extLst>
              <a:ext uri="{96DAC541-7B7A-43D3-8B79-37D633B846F1}">
                <asvg:svgBlip xmlns:asvg="http://schemas.microsoft.com/office/drawing/2016/SVG/main" r:embed="R83bd3e57f4e6473d"/>
              </a:ext>
            </a:extLst>
          </a:blip>
          <a:stretch xmlns:a="http://schemas.openxmlformats.org/drawingml/2006/main"/>
        </p:blipFill>
        <p:spPr>
          <a:xfrm xmlns:a="http://schemas.openxmlformats.org/drawingml/2006/main">
            <a:off x="3286125" y="3924300"/>
            <a:ext cx="285750" cy="285750"/>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6D219AF3-A9DC-4C4D-91E0-1EE7C4436B16}"/>
              </a:ext>
            </a:extLst>
          </p:cNvPr>
          <p:cNvSpPr>
            <a:spLocks xmlns:a="http://schemas.openxmlformats.org/drawingml/2006/main" noGrp="1"/>
          </p:cNvSpPr>
          <p:nvPr/>
        </p:nvSpPr>
        <p:spPr>
          <a:xfrm xmlns:a="http://schemas.openxmlformats.org/drawingml/2006/main">
            <a:off x="3686175" y="3933825"/>
            <a:ext cx="1638300" cy="457200"/>
          </a:xfrm>
          <a:prstGeom xmlns:a="http://schemas.openxmlformats.org/drawingml/2006/main" prst="roundRect">
            <a:avLst>
              <a:gd name="adj" fmla="val 25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Virtual Buddy</a:t>
            </a:r>
          </a:p>
        </p:txBody>
      </p:sp>
      <p:sp>
        <p:nvSpPr>
          <p:cNvPr id="20" name="">
            <a:extLst xmlns:a="http://schemas.openxmlformats.org/drawingml/2006/main">
              <a:ext uri="{FF2B5EF4-FFF2-40B4-BE49-F238E27FC236}">
                <a16:creationId xmlns:a16="http://schemas.microsoft.com/office/drawing/2014/main" id="{E4E74312-ABF9-4CCD-9B5D-DD148771AC9A}"/>
              </a:ext>
            </a:extLst>
          </p:cNvPr>
          <p:cNvSpPr>
            <a:spLocks xmlns:a="http://schemas.openxmlformats.org/drawingml/2006/main" noGrp="1"/>
          </p:cNvSpPr>
          <p:nvPr/>
        </p:nvSpPr>
        <p:spPr>
          <a:xfrm xmlns:a="http://schemas.openxmlformats.org/drawingml/2006/main">
            <a:off x="3305175" y="4343400"/>
            <a:ext cx="2000250" cy="933450"/>
          </a:xfrm>
          <a:prstGeom xmlns:a="http://schemas.openxmlformats.org/drawingml/2006/main" prst="roundRect">
            <a:avLst>
              <a:gd name="adj" fmla="val 12245"/>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Check related readings</a:t>
            </a:r>
          </a:p>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and trusted neighbours.</a:t>
            </a:r>
          </a:p>
        </p:txBody>
      </p:sp>
      <p:sp>
        <p:nvSpPr>
          <p:cNvPr id="21" name="">
            <a:extLst xmlns:a="http://schemas.openxmlformats.org/drawingml/2006/main">
              <a:ext uri="{FF2B5EF4-FFF2-40B4-BE49-F238E27FC236}">
                <a16:creationId xmlns:a16="http://schemas.microsoft.com/office/drawing/2014/main" id="{E257E76F-1D58-4AFA-BB91-886E7784C58E}"/>
              </a:ext>
            </a:extLst>
          </p:cNvPr>
          <p:cNvSpPr>
            <a:spLocks xmlns:a="http://schemas.openxmlformats.org/drawingml/2006/main" noGrp="1"/>
          </p:cNvSpPr>
          <p:nvPr/>
        </p:nvSpPr>
        <p:spPr>
          <a:xfrm xmlns:a="http://schemas.openxmlformats.org/drawingml/2006/main">
            <a:off x="6057900" y="2657475"/>
            <a:ext cx="2324100" cy="1685925"/>
          </a:xfrm>
          <a:prstGeom xmlns:a="http://schemas.openxmlformats.org/drawingml/2006/main" prst="roundRect">
            <a:avLst>
              <a:gd name="adj" fmla="val 6780"/>
            </a:avLst>
          </a:prstGeom>
          <a:solidFill xmlns:a="http://schemas.openxmlformats.org/drawingml/2006/main">
            <a:srgbClr val="EDF8F5"/>
          </a:solidFill>
          <a:ln xmlns:a="http://schemas.openxmlformats.org/drawingml/2006/main" w="15240">
            <a:solidFill>
              <a:srgbClr val="168B83"/>
            </a:solidFill>
          </a:ln>
        </p:spPr>
      </p:sp>
      <p:pic>
        <p:nvPicPr>
          <p:cNvPr id="67" name=""/>
          <p:cNvPicPr>
            <a:picLocks xmlns:a="http://schemas.openxmlformats.org/drawingml/2006/main" noChangeAspect="1"/>
          </p:cNvPicPr>
          <p:nvPr/>
        </p:nvPicPr>
        <p:blipFill>
          <a:blip xmlns:r="http://schemas.openxmlformats.org/officeDocument/2006/relationships" xmlns:a="http://schemas.openxmlformats.org/drawingml/2006/main" r:embed="R17887d3bd1354239">
            <a:extLst>
              <a:ext uri="{96DAC541-7B7A-43D3-8B79-37D633B846F1}">
                <asvg:svgBlip xmlns:asvg="http://schemas.microsoft.com/office/drawing/2016/SVG/main" r:embed="R4852165124024cf4"/>
              </a:ext>
            </a:extLst>
          </a:blip>
          <a:stretch xmlns:a="http://schemas.openxmlformats.org/drawingml/2006/main"/>
        </p:blipFill>
        <p:spPr>
          <a:xfrm xmlns:a="http://schemas.openxmlformats.org/drawingml/2006/main">
            <a:off x="6229350" y="2828925"/>
            <a:ext cx="285750" cy="285750"/>
          </a:xfrm>
          <a:prstGeom xmlns:a="http://schemas.openxmlformats.org/drawingml/2006/main" prst="rect">
            <a:avLst/>
          </a:prstGeom>
        </p:spPr>
      </p:pic>
      <p:sp>
        <p:nvSpPr>
          <p:cNvPr id="23" name="">
            <a:extLst xmlns:a="http://schemas.openxmlformats.org/drawingml/2006/main">
              <a:ext uri="{FF2B5EF4-FFF2-40B4-BE49-F238E27FC236}">
                <a16:creationId xmlns:a16="http://schemas.microsoft.com/office/drawing/2014/main" id="{1D4CC26A-C241-44A0-AD41-420DB7615462}"/>
              </a:ext>
            </a:extLst>
          </p:cNvPr>
          <p:cNvSpPr>
            <a:spLocks xmlns:a="http://schemas.openxmlformats.org/drawingml/2006/main" noGrp="1"/>
          </p:cNvSpPr>
          <p:nvPr/>
        </p:nvSpPr>
        <p:spPr>
          <a:xfrm xmlns:a="http://schemas.openxmlformats.org/drawingml/2006/main">
            <a:off x="6629400" y="2838450"/>
            <a:ext cx="1581150" cy="457200"/>
          </a:xfrm>
          <a:prstGeom xmlns:a="http://schemas.openxmlformats.org/drawingml/2006/main" prst="roundRect">
            <a:avLst>
              <a:gd name="adj" fmla="val 25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Combine clues</a:t>
            </a:r>
          </a:p>
        </p:txBody>
      </p:sp>
      <p:sp>
        <p:nvSpPr>
          <p:cNvPr id="24" name="">
            <a:extLst xmlns:a="http://schemas.openxmlformats.org/drawingml/2006/main">
              <a:ext uri="{FF2B5EF4-FFF2-40B4-BE49-F238E27FC236}">
                <a16:creationId xmlns:a16="http://schemas.microsoft.com/office/drawing/2014/main" id="{41904676-249E-42D3-9122-1D807A711FD8}"/>
              </a:ext>
            </a:extLst>
          </p:cNvPr>
          <p:cNvSpPr>
            <a:spLocks xmlns:a="http://schemas.openxmlformats.org/drawingml/2006/main" noGrp="1"/>
          </p:cNvSpPr>
          <p:nvPr/>
        </p:nvSpPr>
        <p:spPr>
          <a:xfrm xmlns:a="http://schemas.openxmlformats.org/drawingml/2006/main">
            <a:off x="6248400" y="3248025"/>
            <a:ext cx="1943100" cy="1057275"/>
          </a:xfrm>
          <a:prstGeom xmlns:a="http://schemas.openxmlformats.org/drawingml/2006/main" prst="roundRect">
            <a:avLst>
              <a:gd name="adj" fmla="val 10811"/>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Explain the likely cause</a:t>
            </a:r>
          </a:p>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and missing evidence.</a:t>
            </a:r>
          </a:p>
        </p:txBody>
      </p:sp>
      <p:cxnSp>
        <p:nvCxnSpPr>
          <p:cNvPr id="70" name=""/>
          <p:cNvCxnSpPr>
            <a:stCxn xmlns:a="http://schemas.openxmlformats.org/drawingml/2006/main" id="9" idx="3"/>
            <a:endCxn xmlns:a="http://schemas.openxmlformats.org/drawingml/2006/main" id="13" idx="1"/>
          </p:cNvCxnSpPr>
          <p:nvPr/>
        </p:nvCxnSpPr>
        <p:spPr>
          <a:xfrm xmlns:a="http://schemas.openxmlformats.org/drawingml/2006/main" flipV="1">
            <a:off x="2590800" y="2495550"/>
            <a:ext cx="523875" cy="933450"/>
          </a:xfrm>
          <a:prstGeom xmlns:a="http://schemas.openxmlformats.org/drawingml/2006/main" prst="bentConnector3">
            <a:avLst>
              <a:gd name="adj1" fmla="val 50000"/>
            </a:avLst>
          </a:prstGeom>
          <a:ln xmlns:a="http://schemas.openxmlformats.org/drawingml/2006/main" w="20955">
            <a:solidFill>
              <a:srgbClr val="2868B2"/>
            </a:solidFill>
            <a:tailEnd type="triangle" w="sm" len="sm"/>
          </a:ln>
        </p:spPr>
      </p:cxnSp>
      <p:cxnSp>
        <p:nvCxnSpPr>
          <p:cNvPr id="71" name=""/>
          <p:cNvCxnSpPr>
            <a:stCxn xmlns:a="http://schemas.openxmlformats.org/drawingml/2006/main" id="9" idx="3"/>
            <a:endCxn xmlns:a="http://schemas.openxmlformats.org/drawingml/2006/main" id="17" idx="1"/>
          </p:cNvCxnSpPr>
          <p:nvPr/>
        </p:nvCxnSpPr>
        <p:spPr>
          <a:xfrm xmlns:a="http://schemas.openxmlformats.org/drawingml/2006/main">
            <a:off x="2590800" y="3429000"/>
            <a:ext cx="523875" cy="1104900"/>
          </a:xfrm>
          <a:prstGeom xmlns:a="http://schemas.openxmlformats.org/drawingml/2006/main" prst="bentConnector3">
            <a:avLst>
              <a:gd name="adj1" fmla="val 50000"/>
            </a:avLst>
          </a:prstGeom>
          <a:ln xmlns:a="http://schemas.openxmlformats.org/drawingml/2006/main" w="20955">
            <a:solidFill>
              <a:srgbClr val="168B83"/>
            </a:solidFill>
            <a:tailEnd type="triangle" w="sm" len="sm"/>
          </a:ln>
        </p:spPr>
      </p:cxnSp>
      <p:cxnSp>
        <p:nvCxnSpPr>
          <p:cNvPr id="72" name=""/>
          <p:cNvCxnSpPr>
            <a:stCxn xmlns:a="http://schemas.openxmlformats.org/drawingml/2006/main" id="13" idx="3"/>
            <a:endCxn xmlns:a="http://schemas.openxmlformats.org/drawingml/2006/main" id="21" idx="1"/>
          </p:cNvCxnSpPr>
          <p:nvPr/>
        </p:nvCxnSpPr>
        <p:spPr>
          <a:xfrm xmlns:a="http://schemas.openxmlformats.org/drawingml/2006/main">
            <a:off x="5495925" y="2495550"/>
            <a:ext cx="561975" cy="1004888"/>
          </a:xfrm>
          <a:prstGeom xmlns:a="http://schemas.openxmlformats.org/drawingml/2006/main" prst="bentConnector3">
            <a:avLst>
              <a:gd name="adj1" fmla="val 50000"/>
            </a:avLst>
          </a:prstGeom>
          <a:ln xmlns:a="http://schemas.openxmlformats.org/drawingml/2006/main" w="20955">
            <a:solidFill>
              <a:srgbClr val="2868B2"/>
            </a:solidFill>
            <a:tailEnd type="triangle" w="sm" len="sm"/>
          </a:ln>
        </p:spPr>
      </p:cxnSp>
      <p:cxnSp>
        <p:nvCxnSpPr>
          <p:cNvPr id="73" name=""/>
          <p:cNvCxnSpPr>
            <a:stCxn xmlns:a="http://schemas.openxmlformats.org/drawingml/2006/main" id="17" idx="3"/>
            <a:endCxn xmlns:a="http://schemas.openxmlformats.org/drawingml/2006/main" id="21" idx="1"/>
          </p:cNvCxnSpPr>
          <p:nvPr/>
        </p:nvCxnSpPr>
        <p:spPr>
          <a:xfrm xmlns:a="http://schemas.openxmlformats.org/drawingml/2006/main" flipV="1">
            <a:off x="5495925" y="3500438"/>
            <a:ext cx="561975" cy="1033463"/>
          </a:xfrm>
          <a:prstGeom xmlns:a="http://schemas.openxmlformats.org/drawingml/2006/main" prst="bentConnector3">
            <a:avLst>
              <a:gd name="adj1" fmla="val 50000"/>
            </a:avLst>
          </a:prstGeom>
          <a:ln xmlns:a="http://schemas.openxmlformats.org/drawingml/2006/main" w="20955">
            <a:solidFill>
              <a:srgbClr val="168B83"/>
            </a:solidFill>
            <a:tailEnd type="triangle" w="sm" len="sm"/>
          </a:ln>
        </p:spPr>
      </p:cxnSp>
      <p:sp>
        <p:nvSpPr>
          <p:cNvPr id="29" name="">
            <a:extLst xmlns:a="http://schemas.openxmlformats.org/drawingml/2006/main">
              <a:ext uri="{FF2B5EF4-FFF2-40B4-BE49-F238E27FC236}">
                <a16:creationId xmlns:a16="http://schemas.microsoft.com/office/drawing/2014/main" id="{4AC1F62B-0825-42DC-8A7A-161EA36D56CE}"/>
              </a:ext>
            </a:extLst>
          </p:cNvPr>
          <p:cNvSpPr>
            <a:spLocks xmlns:a="http://schemas.openxmlformats.org/drawingml/2006/main" noGrp="1"/>
          </p:cNvSpPr>
          <p:nvPr/>
        </p:nvSpPr>
        <p:spPr>
          <a:xfrm xmlns:a="http://schemas.openxmlformats.org/drawingml/2006/main">
            <a:off x="8982075" y="1647825"/>
            <a:ext cx="2790825" cy="1219200"/>
          </a:xfrm>
          <a:prstGeom xmlns:a="http://schemas.openxmlformats.org/drawingml/2006/main" prst="roundRect">
            <a:avLst>
              <a:gd name="adj" fmla="val 9375"/>
            </a:avLst>
          </a:prstGeom>
          <a:solidFill xmlns:a="http://schemas.openxmlformats.org/drawingml/2006/main">
            <a:srgbClr val="EDF8F5"/>
          </a:solidFill>
          <a:ln xmlns:a="http://schemas.openxmlformats.org/drawingml/2006/main" w="15240">
            <a:solidFill>
              <a:srgbClr val="168B83"/>
            </a:solidFill>
          </a:ln>
        </p:spPr>
      </p:sp>
      <p:pic>
        <p:nvPicPr>
          <p:cNvPr id="75" name=""/>
          <p:cNvPicPr>
            <a:picLocks xmlns:a="http://schemas.openxmlformats.org/drawingml/2006/main" noChangeAspect="1"/>
          </p:cNvPicPr>
          <p:nvPr/>
        </p:nvPicPr>
        <p:blipFill>
          <a:blip xmlns:r="http://schemas.openxmlformats.org/officeDocument/2006/relationships" xmlns:a="http://schemas.openxmlformats.org/drawingml/2006/main" r:embed="R4319957386714e1b">
            <a:extLst>
              <a:ext uri="{96DAC541-7B7A-43D3-8B79-37D633B846F1}">
                <asvg:svgBlip xmlns:asvg="http://schemas.microsoft.com/office/drawing/2016/SVG/main" r:embed="R55367af0cd2c42f2"/>
              </a:ext>
            </a:extLst>
          </a:blip>
          <a:stretch xmlns:a="http://schemas.openxmlformats.org/drawingml/2006/main"/>
        </p:blipFill>
        <p:spPr>
          <a:xfrm xmlns:a="http://schemas.openxmlformats.org/drawingml/2006/main">
            <a:off x="9153525" y="1819275"/>
            <a:ext cx="285750" cy="285750"/>
          </a:xfrm>
          <a:prstGeom xmlns:a="http://schemas.openxmlformats.org/drawingml/2006/main" prst="rect">
            <a:avLst/>
          </a:prstGeom>
        </p:spPr>
      </p:pic>
      <p:sp>
        <p:nvSpPr>
          <p:cNvPr id="31" name="">
            <a:extLst xmlns:a="http://schemas.openxmlformats.org/drawingml/2006/main">
              <a:ext uri="{FF2B5EF4-FFF2-40B4-BE49-F238E27FC236}">
                <a16:creationId xmlns:a16="http://schemas.microsoft.com/office/drawing/2014/main" id="{7ECEDDDD-76A6-44EF-A395-9826A61D756E}"/>
              </a:ext>
            </a:extLst>
          </p:cNvPr>
          <p:cNvSpPr>
            <a:spLocks xmlns:a="http://schemas.openxmlformats.org/drawingml/2006/main" noGrp="1"/>
          </p:cNvSpPr>
          <p:nvPr/>
        </p:nvSpPr>
        <p:spPr>
          <a:xfrm xmlns:a="http://schemas.openxmlformats.org/drawingml/2006/main">
            <a:off x="9553575" y="1828800"/>
            <a:ext cx="2047875" cy="457200"/>
          </a:xfrm>
          <a:prstGeom xmlns:a="http://schemas.openxmlformats.org/drawingml/2006/main" prst="roundRect">
            <a:avLst>
              <a:gd name="adj" fmla="val 25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Weather supported</a:t>
            </a:r>
          </a:p>
        </p:txBody>
      </p:sp>
      <p:sp>
        <p:nvSpPr>
          <p:cNvPr id="32" name="">
            <a:extLst xmlns:a="http://schemas.openxmlformats.org/drawingml/2006/main">
              <a:ext uri="{FF2B5EF4-FFF2-40B4-BE49-F238E27FC236}">
                <a16:creationId xmlns:a16="http://schemas.microsoft.com/office/drawing/2014/main" id="{B2D4A73C-7D8D-4363-8EE4-D38646C215DD}"/>
              </a:ext>
            </a:extLst>
          </p:cNvPr>
          <p:cNvSpPr>
            <a:spLocks xmlns:a="http://schemas.openxmlformats.org/drawingml/2006/main" noGrp="1"/>
          </p:cNvSpPr>
          <p:nvPr/>
        </p:nvSpPr>
        <p:spPr>
          <a:xfrm xmlns:a="http://schemas.openxmlformats.org/drawingml/2006/main">
            <a:off x="9172575" y="2238375"/>
            <a:ext cx="2409825" cy="590550"/>
          </a:xfrm>
          <a:prstGeom xmlns:a="http://schemas.openxmlformats.org/drawingml/2006/main" prst="roundRect">
            <a:avLst>
              <a:gd name="adj" fmla="val 19355"/>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67B"/>
                </a:solidFill>
                <a:latin typeface="Arial"/>
                <a:ea typeface="Arial"/>
                <a:cs typeface="Arial"/>
              </a:defRPr>
            </a:pPr>
            <a:r>
              <a:rPr sz="1500" b="0">
                <a:solidFill>
                  <a:srgbClr val="52667B"/>
                </a:solidFill>
                <a:latin typeface="Arial"/>
                <a:ea typeface="Arial"/>
                <a:cs typeface="Arial"/>
              </a:rPr>
              <a:t>Keep the event visible.</a:t>
            </a:r>
          </a:p>
        </p:txBody>
      </p:sp>
      <p:sp>
        <p:nvSpPr>
          <p:cNvPr id="33" name="">
            <a:extLst xmlns:a="http://schemas.openxmlformats.org/drawingml/2006/main">
              <a:ext uri="{FF2B5EF4-FFF2-40B4-BE49-F238E27FC236}">
                <a16:creationId xmlns:a16="http://schemas.microsoft.com/office/drawing/2014/main" id="{E689B5EA-E3F7-4C5A-916E-4BF34F73BF51}"/>
              </a:ext>
            </a:extLst>
          </p:cNvPr>
          <p:cNvSpPr>
            <a:spLocks xmlns:a="http://schemas.openxmlformats.org/drawingml/2006/main" noGrp="1"/>
          </p:cNvSpPr>
          <p:nvPr/>
        </p:nvSpPr>
        <p:spPr>
          <a:xfrm xmlns:a="http://schemas.openxmlformats.org/drawingml/2006/main">
            <a:off x="8982075" y="3209925"/>
            <a:ext cx="2790825" cy="1219200"/>
          </a:xfrm>
          <a:prstGeom xmlns:a="http://schemas.openxmlformats.org/drawingml/2006/main" prst="roundRect">
            <a:avLst>
              <a:gd name="adj" fmla="val 9375"/>
            </a:avLst>
          </a:prstGeom>
          <a:solidFill xmlns:a="http://schemas.openxmlformats.org/drawingml/2006/main">
            <a:srgbClr val="EEF5FD"/>
          </a:solidFill>
          <a:ln xmlns:a="http://schemas.openxmlformats.org/drawingml/2006/main" w="15240">
            <a:solidFill>
              <a:srgbClr val="2868B2"/>
            </a:solidFill>
          </a:ln>
        </p:spPr>
      </p:sp>
      <p:pic>
        <p:nvPicPr>
          <p:cNvPr id="79" name=""/>
          <p:cNvPicPr>
            <a:picLocks xmlns:a="http://schemas.openxmlformats.org/drawingml/2006/main" noChangeAspect="1"/>
          </p:cNvPicPr>
          <p:nvPr/>
        </p:nvPicPr>
        <p:blipFill>
          <a:blip xmlns:r="http://schemas.openxmlformats.org/officeDocument/2006/relationships" xmlns:a="http://schemas.openxmlformats.org/drawingml/2006/main" r:embed="R3266573dc43f4ec0">
            <a:extLst>
              <a:ext uri="{96DAC541-7B7A-43D3-8B79-37D633B846F1}">
                <asvg:svgBlip xmlns:asvg="http://schemas.microsoft.com/office/drawing/2016/SVG/main" r:embed="R2b17d59f90904075"/>
              </a:ext>
            </a:extLst>
          </a:blip>
          <a:stretch xmlns:a="http://schemas.openxmlformats.org/drawingml/2006/main"/>
        </p:blipFill>
        <p:spPr>
          <a:xfrm xmlns:a="http://schemas.openxmlformats.org/drawingml/2006/main">
            <a:off x="9153525" y="3381375"/>
            <a:ext cx="285750" cy="285750"/>
          </a:xfrm>
          <a:prstGeom xmlns:a="http://schemas.openxmlformats.org/drawingml/2006/main" prst="rect">
            <a:avLst/>
          </a:prstGeom>
        </p:spPr>
      </p:pic>
      <p:sp>
        <p:nvSpPr>
          <p:cNvPr id="35" name="">
            <a:extLst xmlns:a="http://schemas.openxmlformats.org/drawingml/2006/main">
              <a:ext uri="{FF2B5EF4-FFF2-40B4-BE49-F238E27FC236}">
                <a16:creationId xmlns:a16="http://schemas.microsoft.com/office/drawing/2014/main" id="{BFA845A6-B070-4471-B2B8-6545625908C8}"/>
              </a:ext>
            </a:extLst>
          </p:cNvPr>
          <p:cNvSpPr>
            <a:spLocks xmlns:a="http://schemas.openxmlformats.org/drawingml/2006/main" noGrp="1"/>
          </p:cNvSpPr>
          <p:nvPr/>
        </p:nvSpPr>
        <p:spPr>
          <a:xfrm xmlns:a="http://schemas.openxmlformats.org/drawingml/2006/main">
            <a:off x="9553575" y="3390900"/>
            <a:ext cx="2047875" cy="457200"/>
          </a:xfrm>
          <a:prstGeom xmlns:a="http://schemas.openxmlformats.org/drawingml/2006/main" prst="roundRect">
            <a:avLst>
              <a:gd name="adj" fmla="val 25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Fault supported</a:t>
            </a:r>
          </a:p>
        </p:txBody>
      </p:sp>
      <p:sp>
        <p:nvSpPr>
          <p:cNvPr id="36" name="">
            <a:extLst xmlns:a="http://schemas.openxmlformats.org/drawingml/2006/main">
              <a:ext uri="{FF2B5EF4-FFF2-40B4-BE49-F238E27FC236}">
                <a16:creationId xmlns:a16="http://schemas.microsoft.com/office/drawing/2014/main" id="{64BA55A8-7F0B-47E1-AB06-801AF2D5396D}"/>
              </a:ext>
            </a:extLst>
          </p:cNvPr>
          <p:cNvSpPr>
            <a:spLocks xmlns:a="http://schemas.openxmlformats.org/drawingml/2006/main" noGrp="1"/>
          </p:cNvSpPr>
          <p:nvPr/>
        </p:nvSpPr>
        <p:spPr>
          <a:xfrm xmlns:a="http://schemas.openxmlformats.org/drawingml/2006/main">
            <a:off x="9172575" y="3800475"/>
            <a:ext cx="2409825" cy="590550"/>
          </a:xfrm>
          <a:prstGeom xmlns:a="http://schemas.openxmlformats.org/drawingml/2006/main" prst="roundRect">
            <a:avLst>
              <a:gd name="adj" fmla="val 19355"/>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67B"/>
                </a:solidFill>
                <a:latin typeface="Arial"/>
                <a:ea typeface="Arial"/>
                <a:cs typeface="Arial"/>
              </a:defRPr>
            </a:pPr>
            <a:r>
              <a:rPr sz="1500" b="0">
                <a:solidFill>
                  <a:srgbClr val="52667B"/>
                </a:solidFill>
                <a:latin typeface="Arial"/>
                <a:ea typeface="Arial"/>
                <a:cs typeface="Arial"/>
              </a:rPr>
              <a:t>Open a sensor or data incident.</a:t>
            </a:r>
          </a:p>
        </p:txBody>
      </p:sp>
      <p:sp>
        <p:nvSpPr>
          <p:cNvPr id="37" name="">
            <a:extLst xmlns:a="http://schemas.openxmlformats.org/drawingml/2006/main">
              <a:ext uri="{FF2B5EF4-FFF2-40B4-BE49-F238E27FC236}">
                <a16:creationId xmlns:a16="http://schemas.microsoft.com/office/drawing/2014/main" id="{1C875A30-C8DF-4F8F-9670-DAB5FA315354}"/>
              </a:ext>
            </a:extLst>
          </p:cNvPr>
          <p:cNvSpPr>
            <a:spLocks xmlns:a="http://schemas.openxmlformats.org/drawingml/2006/main" noGrp="1"/>
          </p:cNvSpPr>
          <p:nvPr/>
        </p:nvSpPr>
        <p:spPr>
          <a:xfrm xmlns:a="http://schemas.openxmlformats.org/drawingml/2006/main">
            <a:off x="8982075" y="4772025"/>
            <a:ext cx="2790825" cy="1219200"/>
          </a:xfrm>
          <a:prstGeom xmlns:a="http://schemas.openxmlformats.org/drawingml/2006/main" prst="roundRect">
            <a:avLst>
              <a:gd name="adj" fmla="val 9375"/>
            </a:avLst>
          </a:prstGeom>
          <a:solidFill xmlns:a="http://schemas.openxmlformats.org/drawingml/2006/main">
            <a:srgbClr val="FFF7E6"/>
          </a:solidFill>
          <a:ln xmlns:a="http://schemas.openxmlformats.org/drawingml/2006/main" w="15240">
            <a:solidFill>
              <a:srgbClr val="D69A24"/>
            </a:solidFill>
          </a:ln>
        </p:spPr>
      </p:sp>
      <p:pic>
        <p:nvPicPr>
          <p:cNvPr id="83" name=""/>
          <p:cNvPicPr>
            <a:picLocks xmlns:a="http://schemas.openxmlformats.org/drawingml/2006/main" noChangeAspect="1"/>
          </p:cNvPicPr>
          <p:nvPr/>
        </p:nvPicPr>
        <p:blipFill>
          <a:blip xmlns:r="http://schemas.openxmlformats.org/officeDocument/2006/relationships" xmlns:a="http://schemas.openxmlformats.org/drawingml/2006/main" r:embed="Re04d723b4f684384">
            <a:extLst>
              <a:ext uri="{96DAC541-7B7A-43D3-8B79-37D633B846F1}">
                <asvg:svgBlip xmlns:asvg="http://schemas.microsoft.com/office/drawing/2016/SVG/main" r:embed="R081570dc732f4b49"/>
              </a:ext>
            </a:extLst>
          </a:blip>
          <a:stretch xmlns:a="http://schemas.openxmlformats.org/drawingml/2006/main"/>
        </p:blipFill>
        <p:spPr>
          <a:xfrm xmlns:a="http://schemas.openxmlformats.org/drawingml/2006/main">
            <a:off x="9153525" y="4943475"/>
            <a:ext cx="285750" cy="285750"/>
          </a:xfrm>
          <a:prstGeom xmlns:a="http://schemas.openxmlformats.org/drawingml/2006/main" prst="rect">
            <a:avLst/>
          </a:prstGeom>
        </p:spPr>
      </p:pic>
      <p:sp>
        <p:nvSpPr>
          <p:cNvPr id="39" name="">
            <a:extLst xmlns:a="http://schemas.openxmlformats.org/drawingml/2006/main">
              <a:ext uri="{FF2B5EF4-FFF2-40B4-BE49-F238E27FC236}">
                <a16:creationId xmlns:a16="http://schemas.microsoft.com/office/drawing/2014/main" id="{33187418-E4A8-4A29-84B7-B267984F7ADC}"/>
              </a:ext>
            </a:extLst>
          </p:cNvPr>
          <p:cNvSpPr>
            <a:spLocks xmlns:a="http://schemas.openxmlformats.org/drawingml/2006/main" noGrp="1"/>
          </p:cNvSpPr>
          <p:nvPr/>
        </p:nvSpPr>
        <p:spPr>
          <a:xfrm xmlns:a="http://schemas.openxmlformats.org/drawingml/2006/main">
            <a:off x="9553575" y="4953000"/>
            <a:ext cx="2047875" cy="457200"/>
          </a:xfrm>
          <a:prstGeom xmlns:a="http://schemas.openxmlformats.org/drawingml/2006/main" prst="roundRect">
            <a:avLst>
              <a:gd name="adj" fmla="val 25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Evidence uncertain</a:t>
            </a:r>
          </a:p>
        </p:txBody>
      </p:sp>
      <p:sp>
        <p:nvSpPr>
          <p:cNvPr id="40" name="">
            <a:extLst xmlns:a="http://schemas.openxmlformats.org/drawingml/2006/main">
              <a:ext uri="{FF2B5EF4-FFF2-40B4-BE49-F238E27FC236}">
                <a16:creationId xmlns:a16="http://schemas.microsoft.com/office/drawing/2014/main" id="{BCD2C513-3020-43C3-9CA4-B039D1DB53EA}"/>
              </a:ext>
            </a:extLst>
          </p:cNvPr>
          <p:cNvSpPr>
            <a:spLocks xmlns:a="http://schemas.openxmlformats.org/drawingml/2006/main" noGrp="1"/>
          </p:cNvSpPr>
          <p:nvPr/>
        </p:nvSpPr>
        <p:spPr>
          <a:xfrm xmlns:a="http://schemas.openxmlformats.org/drawingml/2006/main">
            <a:off x="9172575" y="5362575"/>
            <a:ext cx="2409825" cy="590550"/>
          </a:xfrm>
          <a:prstGeom xmlns:a="http://schemas.openxmlformats.org/drawingml/2006/main" prst="roundRect">
            <a:avLst>
              <a:gd name="adj" fmla="val 19355"/>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67B"/>
                </a:solidFill>
                <a:latin typeface="Arial"/>
                <a:ea typeface="Arial"/>
                <a:cs typeface="Arial"/>
              </a:defRPr>
            </a:pPr>
            <a:r>
              <a:rPr sz="1500" b="0">
                <a:solidFill>
                  <a:srgbClr val="52667B"/>
                </a:solidFill>
                <a:latin typeface="Arial"/>
                <a:ea typeface="Arial"/>
                <a:cs typeface="Arial"/>
              </a:rPr>
              <a:t>Ask an operator to review.</a:t>
            </a:r>
          </a:p>
        </p:txBody>
      </p:sp>
      <p:cxnSp>
        <p:nvCxnSpPr>
          <p:cNvPr id="86" name=""/>
          <p:cNvCxnSpPr>
            <a:stCxn xmlns:a="http://schemas.openxmlformats.org/drawingml/2006/main" id="21" idx="3"/>
            <a:endCxn xmlns:a="http://schemas.openxmlformats.org/drawingml/2006/main" id="29" idx="1"/>
          </p:cNvCxnSpPr>
          <p:nvPr/>
        </p:nvCxnSpPr>
        <p:spPr>
          <a:xfrm xmlns:a="http://schemas.openxmlformats.org/drawingml/2006/main" flipV="1">
            <a:off x="8382000" y="2257425"/>
            <a:ext cx="600075" cy="1243013"/>
          </a:xfrm>
          <a:prstGeom xmlns:a="http://schemas.openxmlformats.org/drawingml/2006/main" prst="bentConnector3">
            <a:avLst>
              <a:gd name="adj1" fmla="val 50000"/>
            </a:avLst>
          </a:prstGeom>
          <a:ln xmlns:a="http://schemas.openxmlformats.org/drawingml/2006/main" w="20955">
            <a:solidFill>
              <a:srgbClr val="168B83"/>
            </a:solidFill>
            <a:tailEnd type="triangle" w="sm" len="sm"/>
          </a:ln>
        </p:spPr>
      </p:cxnSp>
      <p:cxnSp>
        <p:nvCxnSpPr>
          <p:cNvPr id="87" name=""/>
          <p:cNvCxnSpPr>
            <a:stCxn xmlns:a="http://schemas.openxmlformats.org/drawingml/2006/main" id="21" idx="3"/>
            <a:endCxn xmlns:a="http://schemas.openxmlformats.org/drawingml/2006/main" id="33" idx="1"/>
          </p:cNvCxnSpPr>
          <p:nvPr/>
        </p:nvCxnSpPr>
        <p:spPr>
          <a:xfrm xmlns:a="http://schemas.openxmlformats.org/drawingml/2006/main">
            <a:off x="8382000" y="3500438"/>
            <a:ext cx="600075" cy="319088"/>
          </a:xfrm>
          <a:prstGeom xmlns:a="http://schemas.openxmlformats.org/drawingml/2006/main" prst="straightConnector1">
            <a:avLst/>
          </a:prstGeom>
          <a:ln xmlns:a="http://schemas.openxmlformats.org/drawingml/2006/main" w="20955">
            <a:solidFill>
              <a:srgbClr val="2868B2"/>
            </a:solidFill>
            <a:tailEnd type="triangle" w="sm" len="sm"/>
          </a:ln>
        </p:spPr>
      </p:cxnSp>
      <p:cxnSp>
        <p:nvCxnSpPr>
          <p:cNvPr id="88" name=""/>
          <p:cNvCxnSpPr>
            <a:stCxn xmlns:a="http://schemas.openxmlformats.org/drawingml/2006/main" id="21" idx="3"/>
            <a:endCxn xmlns:a="http://schemas.openxmlformats.org/drawingml/2006/main" id="37" idx="1"/>
          </p:cNvCxnSpPr>
          <p:nvPr/>
        </p:nvCxnSpPr>
        <p:spPr>
          <a:xfrm xmlns:a="http://schemas.openxmlformats.org/drawingml/2006/main">
            <a:off x="8382000" y="3500438"/>
            <a:ext cx="600075" cy="1881188"/>
          </a:xfrm>
          <a:prstGeom xmlns:a="http://schemas.openxmlformats.org/drawingml/2006/main" prst="bentConnector3">
            <a:avLst>
              <a:gd name="adj1" fmla="val 50000"/>
            </a:avLst>
          </a:prstGeom>
          <a:ln xmlns:a="http://schemas.openxmlformats.org/drawingml/2006/main" w="20955">
            <a:solidFill>
              <a:srgbClr val="D69A24"/>
            </a:solidFill>
            <a:tailEnd type="triangle" w="sm" len="sm"/>
          </a:ln>
        </p:spPr>
      </p:cxnSp>
      <p:pic>
        <p:nvPicPr>
          <p:cNvPr id="89" name=""/>
          <p:cNvPicPr>
            <a:picLocks xmlns:a="http://schemas.openxmlformats.org/drawingml/2006/main" noChangeAspect="1"/>
          </p:cNvPicPr>
          <p:nvPr/>
        </p:nvPicPr>
        <p:blipFill>
          <a:blip xmlns:r="http://schemas.openxmlformats.org/officeDocument/2006/relationships" xmlns:a="http://schemas.openxmlformats.org/drawingml/2006/main" r:embed="Rcfcda8e194104b5e">
            <a:extLst>
              <a:ext uri="{96DAC541-7B7A-43D3-8B79-37D633B846F1}">
                <asvg:svgBlip xmlns:asvg="http://schemas.microsoft.com/office/drawing/2016/SVG/main" r:embed="R7ba1465949374fa8"/>
              </a:ext>
            </a:extLst>
          </a:blip>
          <a:stretch xmlns:a="http://schemas.openxmlformats.org/drawingml/2006/main"/>
        </p:blipFill>
        <p:spPr>
          <a:xfrm xmlns:a="http://schemas.openxmlformats.org/drawingml/2006/main">
            <a:off x="419100" y="5791200"/>
            <a:ext cx="257175" cy="257175"/>
          </a:xfrm>
          <a:prstGeom xmlns:a="http://schemas.openxmlformats.org/drawingml/2006/main" prst="rect">
            <a:avLst/>
          </a:prstGeom>
        </p:spPr>
      </p:pic>
      <p:sp>
        <p:nvSpPr>
          <p:cNvPr id="45" name="">
            <a:extLst xmlns:a="http://schemas.openxmlformats.org/drawingml/2006/main">
              <a:ext uri="{FF2B5EF4-FFF2-40B4-BE49-F238E27FC236}">
                <a16:creationId xmlns:a16="http://schemas.microsoft.com/office/drawing/2014/main" id="{AD78515A-45B1-49B4-894B-8333CCED5C9A}"/>
              </a:ext>
            </a:extLst>
          </p:cNvPr>
          <p:cNvSpPr>
            <a:spLocks xmlns:a="http://schemas.openxmlformats.org/drawingml/2006/main" noGrp="1"/>
          </p:cNvSpPr>
          <p:nvPr/>
        </p:nvSpPr>
        <p:spPr>
          <a:xfrm xmlns:a="http://schemas.openxmlformats.org/drawingml/2006/main">
            <a:off x="809625" y="5791200"/>
            <a:ext cx="7810500" cy="428625"/>
          </a:xfrm>
          <a:prstGeom xmlns:a="http://schemas.openxmlformats.org/drawingml/2006/main" prst="roundRect">
            <a:avLst>
              <a:gd name="adj" fmla="val 26667"/>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67B"/>
                </a:solidFill>
                <a:latin typeface="Arial"/>
                <a:ea typeface="Arial"/>
                <a:cs typeface="Arial"/>
              </a:defRPr>
            </a:pPr>
            <a:r>
              <a:rPr sz="1500" b="0">
                <a:solidFill>
                  <a:srgbClr val="52667B"/>
                </a:solidFill>
                <a:latin typeface="Arial"/>
                <a:ea typeface="Arial"/>
                <a:cs typeface="Arial"/>
              </a:rPr>
              <a:t>Original readings remain intact; approved correction proposals are stored separately.</a:t>
            </a:r>
          </a:p>
        </p:txBody>
      </p:sp>
    </p:spTree>
    <p:extLst>
      <p:ext uri="{BB962C8B-B14F-4D97-AF65-F5344CB8AC3E}">
        <p14:creationId xmlns:p14="http://schemas.microsoft.com/office/powerpoint/2010/main" val="105649875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7" name="">
            <a:extLst xmlns:a="http://schemas.openxmlformats.org/drawingml/2006/main">
              <a:ext uri="{FF2B5EF4-FFF2-40B4-BE49-F238E27FC236}">
                <a16:creationId xmlns:a16="http://schemas.microsoft.com/office/drawing/2014/main" id="{2C195747-3FF5-4FE8-A70F-29FF9CF36B35}"/>
              </a:ext>
            </a:extLst>
          </p:cNvPr>
          <p:cNvSpPr>
            <a:spLocks xmlns:a="http://schemas.openxmlformats.org/drawingml/2006/main" noGrp="1"/>
          </p:cNvSpPr>
          <p:nvPr/>
        </p:nvSpPr>
        <p:spPr>
          <a:xfrm xmlns:a="http://schemas.openxmlformats.org/drawingml/2006/main">
            <a:off x="419100" y="257175"/>
            <a:ext cx="1809750" cy="257175"/>
          </a:xfrm>
          <a:prstGeom xmlns:a="http://schemas.openxmlformats.org/drawingml/2006/main" prst="roundRect">
            <a:avLst>
              <a:gd name="adj" fmla="val 44444"/>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2868B2"/>
                </a:solidFill>
                <a:latin typeface="Arial"/>
                <a:ea typeface="Arial"/>
                <a:cs typeface="Arial"/>
              </a:defRPr>
            </a:pPr>
            <a:r>
              <a:rPr sz="1350" b="1">
                <a:solidFill>
                  <a:srgbClr val="2868B2"/>
                </a:solidFill>
                <a:latin typeface="Arial"/>
                <a:ea typeface="Arial"/>
                <a:cs typeface="Arial"/>
              </a:rPr>
              <a:t>OFF BY ONE</a:t>
            </a:r>
          </a:p>
        </p:txBody>
      </p:sp>
      <p:sp>
        <p:nvSpPr>
          <p:cNvPr id="2" name="">
            <a:extLst xmlns:a="http://schemas.openxmlformats.org/drawingml/2006/main">
              <a:ext uri="{FF2B5EF4-FFF2-40B4-BE49-F238E27FC236}">
                <a16:creationId xmlns:a16="http://schemas.microsoft.com/office/drawing/2014/main" id="{D15F6CCA-DF35-4EAF-BB32-2FB06875F49F}"/>
              </a:ext>
            </a:extLst>
          </p:cNvPr>
          <p:cNvSpPr>
            <a:spLocks xmlns:a="http://schemas.openxmlformats.org/drawingml/2006/main" noGrp="1"/>
          </p:cNvSpPr>
          <p:nvPr/>
        </p:nvSpPr>
        <p:spPr>
          <a:xfrm xmlns:a="http://schemas.openxmlformats.org/drawingml/2006/main">
            <a:off x="2381250" y="209550"/>
            <a:ext cx="6953250" cy="495300"/>
          </a:xfrm>
          <a:prstGeom xmlns:a="http://schemas.openxmlformats.org/drawingml/2006/main" prst="roundRect">
            <a:avLst>
              <a:gd name="adj" fmla="val 23077"/>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TECHNICAL APPROACH</a:t>
            </a:r>
          </a:p>
        </p:txBody>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80384d3b68294f7a"/>
          <a:stretch xmlns:a="http://schemas.openxmlformats.org/drawingml/2006/main"/>
        </p:blipFill>
        <p:spPr>
          <a:xfrm xmlns:a="http://schemas.openxmlformats.org/drawingml/2006/main">
            <a:off x="10334625" y="148332"/>
            <a:ext cx="1428750" cy="674887"/>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26043F9-BA14-4E56-877D-50F301ED91B3}"/>
              </a:ext>
            </a:extLst>
          </p:cNvPr>
          <p:cNvSpPr>
            <a:spLocks xmlns:a="http://schemas.openxmlformats.org/drawingml/2006/main" noGrp="1"/>
          </p:cNvSpPr>
          <p:nvPr/>
        </p:nvSpPr>
        <p:spPr>
          <a:xfrm xmlns:a="http://schemas.openxmlformats.org/drawingml/2006/main">
            <a:off x="419100" y="895350"/>
            <a:ext cx="11353800" cy="19050"/>
          </a:xfrm>
          <a:prstGeom xmlns:a="http://schemas.openxmlformats.org/drawingml/2006/main" prst="roundRect">
            <a:avLst>
              <a:gd name="adj" fmla="val 50000"/>
            </a:avLst>
          </a:prstGeom>
          <a:solidFill xmlns:a="http://schemas.openxmlformats.org/drawingml/2006/main">
            <a:srgbClr val="CDDBE8"/>
          </a:solidFill>
          <a:ln xmlns:a="http://schemas.openxmlformats.org/drawingml/2006/main" w="15240">
            <a:noFill/>
          </a:ln>
        </p:spPr>
      </p:sp>
      <p:sp>
        <p:nvSpPr>
          <p:cNvPr id="5" name="">
            <a:extLst xmlns:a="http://schemas.openxmlformats.org/drawingml/2006/main">
              <a:ext uri="{FF2B5EF4-FFF2-40B4-BE49-F238E27FC236}">
                <a16:creationId xmlns:a16="http://schemas.microsoft.com/office/drawing/2014/main" id="{F7589A2F-46B1-4FC7-81D4-4463F6A496DD}"/>
              </a:ext>
            </a:extLst>
          </p:cNvPr>
          <p:cNvSpPr>
            <a:spLocks xmlns:a="http://schemas.openxmlformats.org/drawingml/2006/main" noGrp="1"/>
          </p:cNvSpPr>
          <p:nvPr/>
        </p:nvSpPr>
        <p:spPr>
          <a:xfrm xmlns:a="http://schemas.openxmlformats.org/drawingml/2006/main">
            <a:off x="419100" y="1066800"/>
            <a:ext cx="11287125" cy="400050"/>
          </a:xfrm>
          <a:prstGeom xmlns:a="http://schemas.openxmlformats.org/drawingml/2006/main" prst="roundRect">
            <a:avLst>
              <a:gd name="adj" fmla="val 28571"/>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2667B"/>
                </a:solidFill>
                <a:latin typeface="Arial"/>
                <a:ea typeface="Arial"/>
                <a:cs typeface="Arial"/>
              </a:defRPr>
            </a:pPr>
            <a:r>
              <a:rPr sz="1650" b="0">
                <a:solidFill>
                  <a:srgbClr val="52667B"/>
                </a:solidFill>
                <a:latin typeface="Arial"/>
                <a:ea typeface="Arial"/>
                <a:cs typeface="Arial"/>
              </a:rPr>
              <a:t>Each observation passes through validation, parallel checks and an explained decision.</a:t>
            </a:r>
          </a:p>
        </p:txBody>
      </p:sp>
      <p:sp>
        <p:nvSpPr>
          <p:cNvPr id="6" name="">
            <a:extLst xmlns:a="http://schemas.openxmlformats.org/drawingml/2006/main">
              <a:ext uri="{FF2B5EF4-FFF2-40B4-BE49-F238E27FC236}">
                <a16:creationId xmlns:a16="http://schemas.microsoft.com/office/drawing/2014/main" id="{924E2BCA-815E-4CB1-ACBB-AEC8CAFBCF5F}"/>
              </a:ext>
            </a:extLst>
          </p:cNvPr>
          <p:cNvSpPr>
            <a:spLocks xmlns:a="http://schemas.openxmlformats.org/drawingml/2006/main" noGrp="1"/>
          </p:cNvSpPr>
          <p:nvPr/>
        </p:nvSpPr>
        <p:spPr>
          <a:xfrm xmlns:a="http://schemas.openxmlformats.org/drawingml/2006/main">
            <a:off x="0" y="6496050"/>
            <a:ext cx="12192000" cy="361950"/>
          </a:xfrm>
          <a:prstGeom xmlns:a="http://schemas.openxmlformats.org/drawingml/2006/main" prst="roundRect">
            <a:avLst>
              <a:gd name="adj" fmla="val 31579"/>
            </a:avLst>
          </a:prstGeom>
          <a:solidFill xmlns:a="http://schemas.openxmlformats.org/drawingml/2006/main">
            <a:srgbClr val="2868B2"/>
          </a:solidFill>
          <a:ln xmlns:a="http://schemas.openxmlformats.org/drawingml/2006/main" w="15240">
            <a:noFill/>
          </a:ln>
        </p:spPr>
      </p:sp>
      <p:sp>
        <p:nvSpPr>
          <p:cNvPr id="7" name="">
            <a:extLst xmlns:a="http://schemas.openxmlformats.org/drawingml/2006/main">
              <a:ext uri="{FF2B5EF4-FFF2-40B4-BE49-F238E27FC236}">
                <a16:creationId xmlns:a16="http://schemas.microsoft.com/office/drawing/2014/main" id="{705B199A-9528-4407-85F1-40B6674241DB}"/>
              </a:ext>
            </a:extLst>
          </p:cNvPr>
          <p:cNvSpPr>
            <a:spLocks xmlns:a="http://schemas.openxmlformats.org/drawingml/2006/main" noGrp="1"/>
          </p:cNvSpPr>
          <p:nvPr/>
        </p:nvSpPr>
        <p:spPr>
          <a:xfrm xmlns:a="http://schemas.openxmlformats.org/drawingml/2006/main">
            <a:off x="419100" y="6600825"/>
            <a:ext cx="6667500" cy="190500"/>
          </a:xfrm>
          <a:prstGeom xmlns:a="http://schemas.openxmlformats.org/drawingml/2006/main" prst="roundRect">
            <a:avLst>
              <a:gd name="adj" fmla="val 50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FFFFFF"/>
                </a:solidFill>
                <a:latin typeface="Arial"/>
                <a:ea typeface="Arial"/>
                <a:cs typeface="Arial"/>
              </a:defRPr>
            </a:pPr>
            <a:r>
              <a:rPr sz="1050" b="1">
                <a:solidFill>
                  <a:srgbClr val="FFFFFF"/>
                </a:solidFill>
                <a:latin typeface="Arial"/>
                <a:ea typeface="Arial"/>
                <a:cs typeface="Arial"/>
              </a:rPr>
              <a:t>SKYGUARD  /  SIH26073</a:t>
            </a:r>
          </a:p>
        </p:txBody>
      </p:sp>
      <p:sp>
        <p:nvSpPr>
          <p:cNvPr id="8" name="">
            <a:extLst xmlns:a="http://schemas.openxmlformats.org/drawingml/2006/main">
              <a:ext uri="{FF2B5EF4-FFF2-40B4-BE49-F238E27FC236}">
                <a16:creationId xmlns:a16="http://schemas.microsoft.com/office/drawing/2014/main" id="{2CF000F6-3A2E-4C74-926D-5A0954D0C3A4}"/>
              </a:ext>
            </a:extLst>
          </p:cNvPr>
          <p:cNvSpPr>
            <a:spLocks xmlns:a="http://schemas.openxmlformats.org/drawingml/2006/main" noGrp="1"/>
          </p:cNvSpPr>
          <p:nvPr/>
        </p:nvSpPr>
        <p:spPr>
          <a:xfrm xmlns:a="http://schemas.openxmlformats.org/drawingml/2006/main">
            <a:off x="11287125" y="6572250"/>
            <a:ext cx="476250" cy="228600"/>
          </a:xfrm>
          <a:prstGeom xmlns:a="http://schemas.openxmlformats.org/drawingml/2006/main" prst="roundRect">
            <a:avLst>
              <a:gd name="adj" fmla="val 50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FFFFFF"/>
                </a:solidFill>
                <a:latin typeface="Arial"/>
                <a:ea typeface="Arial"/>
                <a:cs typeface="Arial"/>
              </a:defRPr>
            </a:pPr>
            <a:r>
              <a:rPr sz="1350" b="1">
                <a:solidFill>
                  <a:srgbClr val="FFFFFF"/>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4211B51F-A7F6-465A-92F6-DFD031CC7789}"/>
              </a:ext>
            </a:extLst>
          </p:cNvPr>
          <p:cNvSpPr>
            <a:spLocks xmlns:a="http://schemas.openxmlformats.org/drawingml/2006/main" noGrp="1"/>
          </p:cNvSpPr>
          <p:nvPr/>
        </p:nvSpPr>
        <p:spPr>
          <a:xfrm xmlns:a="http://schemas.openxmlformats.org/drawingml/2006/main">
            <a:off x="419100" y="2724150"/>
            <a:ext cx="1885950" cy="1704975"/>
          </a:xfrm>
          <a:prstGeom xmlns:a="http://schemas.openxmlformats.org/drawingml/2006/main" prst="roundRect">
            <a:avLst>
              <a:gd name="adj" fmla="val 6704"/>
            </a:avLst>
          </a:prstGeom>
          <a:solidFill xmlns:a="http://schemas.openxmlformats.org/drawingml/2006/main">
            <a:srgbClr val="EEF5FD"/>
          </a:solidFill>
          <a:ln xmlns:a="http://schemas.openxmlformats.org/drawingml/2006/main" w="15240">
            <a:solidFill>
              <a:srgbClr val="2868B2"/>
            </a:solidFill>
          </a:ln>
        </p:spPr>
      </p:sp>
      <p:pic>
        <p:nvPicPr>
          <p:cNvPr id="66" name=""/>
          <p:cNvPicPr>
            <a:picLocks xmlns:a="http://schemas.openxmlformats.org/drawingml/2006/main" noChangeAspect="1"/>
          </p:cNvPicPr>
          <p:nvPr/>
        </p:nvPicPr>
        <p:blipFill>
          <a:blip xmlns:r="http://schemas.openxmlformats.org/officeDocument/2006/relationships" xmlns:a="http://schemas.openxmlformats.org/drawingml/2006/main" r:embed="R61df61ed82b14cd1">
            <a:extLst>
              <a:ext uri="{96DAC541-7B7A-43D3-8B79-37D633B846F1}">
                <asvg:svgBlip xmlns:asvg="http://schemas.microsoft.com/office/drawing/2016/SVG/main" r:embed="Rcb8f9fcbf3e34460"/>
              </a:ext>
            </a:extLst>
          </a:blip>
          <a:stretch xmlns:a="http://schemas.openxmlformats.org/drawingml/2006/main"/>
        </p:blipFill>
        <p:spPr>
          <a:xfrm xmlns:a="http://schemas.openxmlformats.org/drawingml/2006/main">
            <a:off x="590550" y="2895600"/>
            <a:ext cx="285750" cy="28575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90C085FF-A97F-4B91-8239-687FC7FE31C2}"/>
              </a:ext>
            </a:extLst>
          </p:cNvPr>
          <p:cNvSpPr>
            <a:spLocks xmlns:a="http://schemas.openxmlformats.org/drawingml/2006/main" noGrp="1"/>
          </p:cNvSpPr>
          <p:nvPr/>
        </p:nvSpPr>
        <p:spPr>
          <a:xfrm xmlns:a="http://schemas.openxmlformats.org/drawingml/2006/main">
            <a:off x="990600" y="2905125"/>
            <a:ext cx="1143000" cy="457200"/>
          </a:xfrm>
          <a:prstGeom xmlns:a="http://schemas.openxmlformats.org/drawingml/2006/main" prst="roundRect">
            <a:avLst>
              <a:gd name="adj" fmla="val 25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1">
                <a:solidFill>
                  <a:srgbClr val="17324D"/>
                </a:solidFill>
                <a:latin typeface="Arial"/>
                <a:ea typeface="Arial"/>
                <a:cs typeface="Arial"/>
              </a:defRPr>
            </a:pPr>
            <a:r>
              <a:rPr sz="1500" b="1">
                <a:solidFill>
                  <a:srgbClr val="17324D"/>
                </a:solidFill>
                <a:latin typeface="Arial"/>
                <a:ea typeface="Arial"/>
                <a:cs typeface="Arial"/>
              </a:rPr>
              <a:t>Input</a:t>
            </a:r>
          </a:p>
        </p:txBody>
      </p:sp>
      <p:sp>
        <p:nvSpPr>
          <p:cNvPr id="12" name="">
            <a:extLst xmlns:a="http://schemas.openxmlformats.org/drawingml/2006/main">
              <a:ext uri="{FF2B5EF4-FFF2-40B4-BE49-F238E27FC236}">
                <a16:creationId xmlns:a16="http://schemas.microsoft.com/office/drawing/2014/main" id="{122F82B4-F956-4886-A249-EAA731FE21E1}"/>
              </a:ext>
            </a:extLst>
          </p:cNvPr>
          <p:cNvSpPr>
            <a:spLocks xmlns:a="http://schemas.openxmlformats.org/drawingml/2006/main" noGrp="1"/>
          </p:cNvSpPr>
          <p:nvPr/>
        </p:nvSpPr>
        <p:spPr>
          <a:xfrm xmlns:a="http://schemas.openxmlformats.org/drawingml/2006/main">
            <a:off x="609600" y="3314700"/>
            <a:ext cx="1504950" cy="1076325"/>
          </a:xfrm>
          <a:prstGeom xmlns:a="http://schemas.openxmlformats.org/drawingml/2006/main" prst="roundRect">
            <a:avLst>
              <a:gd name="adj" fmla="val 10619"/>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T / P / RH</a:t>
            </a:r>
          </a:p>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Station ID + time</a:t>
            </a:r>
          </a:p>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HTTP or CSV</a:t>
            </a:r>
          </a:p>
        </p:txBody>
      </p:sp>
      <p:sp>
        <p:nvSpPr>
          <p:cNvPr id="13" name="">
            <a:extLst xmlns:a="http://schemas.openxmlformats.org/drawingml/2006/main">
              <a:ext uri="{FF2B5EF4-FFF2-40B4-BE49-F238E27FC236}">
                <a16:creationId xmlns:a16="http://schemas.microsoft.com/office/drawing/2014/main" id="{7115B57A-6A08-4B0B-B25C-78A22A3C1855}"/>
              </a:ext>
            </a:extLst>
          </p:cNvPr>
          <p:cNvSpPr>
            <a:spLocks xmlns:a="http://schemas.openxmlformats.org/drawingml/2006/main" noGrp="1"/>
          </p:cNvSpPr>
          <p:nvPr/>
        </p:nvSpPr>
        <p:spPr>
          <a:xfrm xmlns:a="http://schemas.openxmlformats.org/drawingml/2006/main">
            <a:off x="2686050" y="2724150"/>
            <a:ext cx="1962150" cy="1704975"/>
          </a:xfrm>
          <a:prstGeom xmlns:a="http://schemas.openxmlformats.org/drawingml/2006/main" prst="roundRect">
            <a:avLst>
              <a:gd name="adj" fmla="val 6704"/>
            </a:avLst>
          </a:prstGeom>
          <a:solidFill xmlns:a="http://schemas.openxmlformats.org/drawingml/2006/main">
            <a:srgbClr val="EEF5FD"/>
          </a:solidFill>
          <a:ln xmlns:a="http://schemas.openxmlformats.org/drawingml/2006/main" w="15240">
            <a:solidFill>
              <a:srgbClr val="2868B2"/>
            </a:solidFill>
          </a:ln>
        </p:spPr>
      </p:sp>
      <p:pic>
        <p:nvPicPr>
          <p:cNvPr id="70" name=""/>
          <p:cNvPicPr>
            <a:picLocks xmlns:a="http://schemas.openxmlformats.org/drawingml/2006/main" noChangeAspect="1"/>
          </p:cNvPicPr>
          <p:nvPr/>
        </p:nvPicPr>
        <p:blipFill>
          <a:blip xmlns:r="http://schemas.openxmlformats.org/officeDocument/2006/relationships" xmlns:a="http://schemas.openxmlformats.org/drawingml/2006/main" r:embed="R49254d6c9fe54d60">
            <a:extLst>
              <a:ext uri="{96DAC541-7B7A-43D3-8B79-37D633B846F1}">
                <asvg:svgBlip xmlns:asvg="http://schemas.microsoft.com/office/drawing/2016/SVG/main" r:embed="R03b2c2f185ce4541"/>
              </a:ext>
            </a:extLst>
          </a:blip>
          <a:stretch xmlns:a="http://schemas.openxmlformats.org/drawingml/2006/main"/>
        </p:blipFill>
        <p:spPr>
          <a:xfrm xmlns:a="http://schemas.openxmlformats.org/drawingml/2006/main">
            <a:off x="2857500" y="2895600"/>
            <a:ext cx="285750" cy="28575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D60F3B17-DD9E-4E6B-A2F5-23C4B84062CD}"/>
              </a:ext>
            </a:extLst>
          </p:cNvPr>
          <p:cNvSpPr>
            <a:spLocks xmlns:a="http://schemas.openxmlformats.org/drawingml/2006/main" noGrp="1"/>
          </p:cNvSpPr>
          <p:nvPr/>
        </p:nvSpPr>
        <p:spPr>
          <a:xfrm xmlns:a="http://schemas.openxmlformats.org/drawingml/2006/main">
            <a:off x="3257550" y="2905125"/>
            <a:ext cx="1219200" cy="457200"/>
          </a:xfrm>
          <a:prstGeom xmlns:a="http://schemas.openxmlformats.org/drawingml/2006/main" prst="roundRect">
            <a:avLst>
              <a:gd name="adj" fmla="val 25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1">
                <a:solidFill>
                  <a:srgbClr val="17324D"/>
                </a:solidFill>
                <a:latin typeface="Arial"/>
                <a:ea typeface="Arial"/>
                <a:cs typeface="Arial"/>
              </a:defRPr>
            </a:pPr>
            <a:r>
              <a:rPr sz="1500" b="1">
                <a:solidFill>
                  <a:srgbClr val="17324D"/>
                </a:solidFill>
                <a:latin typeface="Arial"/>
                <a:ea typeface="Arial"/>
                <a:cs typeface="Arial"/>
              </a:rPr>
              <a:t>Validate</a:t>
            </a:r>
          </a:p>
        </p:txBody>
      </p:sp>
      <p:sp>
        <p:nvSpPr>
          <p:cNvPr id="16" name="">
            <a:extLst xmlns:a="http://schemas.openxmlformats.org/drawingml/2006/main">
              <a:ext uri="{FF2B5EF4-FFF2-40B4-BE49-F238E27FC236}">
                <a16:creationId xmlns:a16="http://schemas.microsoft.com/office/drawing/2014/main" id="{9BFE0AB8-E406-4186-BFB9-1F6FB2D82C1F}"/>
              </a:ext>
            </a:extLst>
          </p:cNvPr>
          <p:cNvSpPr>
            <a:spLocks xmlns:a="http://schemas.openxmlformats.org/drawingml/2006/main" noGrp="1"/>
          </p:cNvSpPr>
          <p:nvPr/>
        </p:nvSpPr>
        <p:spPr>
          <a:xfrm xmlns:a="http://schemas.openxmlformats.org/drawingml/2006/main">
            <a:off x="2876550" y="3314700"/>
            <a:ext cx="1581150" cy="1076325"/>
          </a:xfrm>
          <a:prstGeom xmlns:a="http://schemas.openxmlformats.org/drawingml/2006/main" prst="roundRect">
            <a:avLst>
              <a:gd name="adj" fmla="val 10619"/>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Time + schema</a:t>
            </a:r>
          </a:p>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Late / missing data</a:t>
            </a:r>
          </a:p>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Save originals</a:t>
            </a:r>
          </a:p>
        </p:txBody>
      </p:sp>
      <p:sp>
        <p:nvSpPr>
          <p:cNvPr id="17" name="">
            <a:extLst xmlns:a="http://schemas.openxmlformats.org/drawingml/2006/main">
              <a:ext uri="{FF2B5EF4-FFF2-40B4-BE49-F238E27FC236}">
                <a16:creationId xmlns:a16="http://schemas.microsoft.com/office/drawing/2014/main" id="{4D68935F-DBFA-478F-A8CC-2549586E37C4}"/>
              </a:ext>
            </a:extLst>
          </p:cNvPr>
          <p:cNvSpPr>
            <a:spLocks xmlns:a="http://schemas.openxmlformats.org/drawingml/2006/main" noGrp="1"/>
          </p:cNvSpPr>
          <p:nvPr/>
        </p:nvSpPr>
        <p:spPr>
          <a:xfrm xmlns:a="http://schemas.openxmlformats.org/drawingml/2006/main">
            <a:off x="5067300" y="1695450"/>
            <a:ext cx="2543175" cy="1543050"/>
          </a:xfrm>
          <a:prstGeom xmlns:a="http://schemas.openxmlformats.org/drawingml/2006/main" prst="roundRect">
            <a:avLst>
              <a:gd name="adj" fmla="val 7407"/>
            </a:avLst>
          </a:prstGeom>
          <a:solidFill xmlns:a="http://schemas.openxmlformats.org/drawingml/2006/main">
            <a:srgbClr val="EEF5FD"/>
          </a:solidFill>
          <a:ln xmlns:a="http://schemas.openxmlformats.org/drawingml/2006/main" w="15240">
            <a:solidFill>
              <a:srgbClr val="2868B2"/>
            </a:solidFill>
          </a:ln>
        </p:spPr>
      </p:sp>
      <p:pic>
        <p:nvPicPr>
          <p:cNvPr id="74" name=""/>
          <p:cNvPicPr>
            <a:picLocks xmlns:a="http://schemas.openxmlformats.org/drawingml/2006/main" noChangeAspect="1"/>
          </p:cNvPicPr>
          <p:nvPr/>
        </p:nvPicPr>
        <p:blipFill>
          <a:blip xmlns:r="http://schemas.openxmlformats.org/officeDocument/2006/relationships" xmlns:a="http://schemas.openxmlformats.org/drawingml/2006/main" r:embed="R0350c2416b084efd">
            <a:extLst>
              <a:ext uri="{96DAC541-7B7A-43D3-8B79-37D633B846F1}">
                <asvg:svgBlip xmlns:asvg="http://schemas.microsoft.com/office/drawing/2016/SVG/main" r:embed="R9c0ed6da0fa2433a"/>
              </a:ext>
            </a:extLst>
          </a:blip>
          <a:stretch xmlns:a="http://schemas.openxmlformats.org/drawingml/2006/main"/>
        </p:blipFill>
        <p:spPr>
          <a:xfrm xmlns:a="http://schemas.openxmlformats.org/drawingml/2006/main">
            <a:off x="5238750" y="1866900"/>
            <a:ext cx="285750" cy="285750"/>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25548679-E83E-4F85-B747-3635C773EE2F}"/>
              </a:ext>
            </a:extLst>
          </p:cNvPr>
          <p:cNvSpPr>
            <a:spLocks xmlns:a="http://schemas.openxmlformats.org/drawingml/2006/main" noGrp="1"/>
          </p:cNvSpPr>
          <p:nvPr/>
        </p:nvSpPr>
        <p:spPr>
          <a:xfrm xmlns:a="http://schemas.openxmlformats.org/drawingml/2006/main">
            <a:off x="5638800" y="1876425"/>
            <a:ext cx="1800225" cy="457200"/>
          </a:xfrm>
          <a:prstGeom xmlns:a="http://schemas.openxmlformats.org/drawingml/2006/main" prst="roundRect">
            <a:avLst>
              <a:gd name="adj" fmla="val 25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History + ML</a:t>
            </a:r>
          </a:p>
        </p:txBody>
      </p:sp>
      <p:sp>
        <p:nvSpPr>
          <p:cNvPr id="20" name="">
            <a:extLst xmlns:a="http://schemas.openxmlformats.org/drawingml/2006/main">
              <a:ext uri="{FF2B5EF4-FFF2-40B4-BE49-F238E27FC236}">
                <a16:creationId xmlns:a16="http://schemas.microsoft.com/office/drawing/2014/main" id="{B83BCC57-4325-45C0-84DA-E4569451F4FD}"/>
              </a:ext>
            </a:extLst>
          </p:cNvPr>
          <p:cNvSpPr>
            <a:spLocks xmlns:a="http://schemas.openxmlformats.org/drawingml/2006/main" noGrp="1"/>
          </p:cNvSpPr>
          <p:nvPr/>
        </p:nvSpPr>
        <p:spPr>
          <a:xfrm xmlns:a="http://schemas.openxmlformats.org/drawingml/2006/main">
            <a:off x="5257800" y="2286000"/>
            <a:ext cx="2162175" cy="914400"/>
          </a:xfrm>
          <a:prstGeom xmlns:a="http://schemas.openxmlformats.org/drawingml/2006/main" prst="roundRect">
            <a:avLst>
              <a:gd name="adj" fmla="val 125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Past-only features</a:t>
            </a:r>
          </a:p>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Spikes, drift, flatlines</a:t>
            </a:r>
          </a:p>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Isolation Forest score</a:t>
            </a:r>
          </a:p>
        </p:txBody>
      </p:sp>
      <p:sp>
        <p:nvSpPr>
          <p:cNvPr id="21" name="">
            <a:extLst xmlns:a="http://schemas.openxmlformats.org/drawingml/2006/main">
              <a:ext uri="{FF2B5EF4-FFF2-40B4-BE49-F238E27FC236}">
                <a16:creationId xmlns:a16="http://schemas.microsoft.com/office/drawing/2014/main" id="{D67FF144-CD8A-40F6-AB99-6AE8C175F7C3}"/>
              </a:ext>
            </a:extLst>
          </p:cNvPr>
          <p:cNvSpPr>
            <a:spLocks xmlns:a="http://schemas.openxmlformats.org/drawingml/2006/main" noGrp="1"/>
          </p:cNvSpPr>
          <p:nvPr/>
        </p:nvSpPr>
        <p:spPr>
          <a:xfrm xmlns:a="http://schemas.openxmlformats.org/drawingml/2006/main">
            <a:off x="5067300" y="3819525"/>
            <a:ext cx="2543175" cy="1543050"/>
          </a:xfrm>
          <a:prstGeom xmlns:a="http://schemas.openxmlformats.org/drawingml/2006/main" prst="roundRect">
            <a:avLst>
              <a:gd name="adj" fmla="val 7407"/>
            </a:avLst>
          </a:prstGeom>
          <a:solidFill xmlns:a="http://schemas.openxmlformats.org/drawingml/2006/main">
            <a:srgbClr val="EDF8F5"/>
          </a:solidFill>
          <a:ln xmlns:a="http://schemas.openxmlformats.org/drawingml/2006/main" w="15240">
            <a:solidFill>
              <a:srgbClr val="168B83"/>
            </a:solidFill>
          </a:ln>
        </p:spPr>
      </p:sp>
      <p:pic>
        <p:nvPicPr>
          <p:cNvPr id="78" name=""/>
          <p:cNvPicPr>
            <a:picLocks xmlns:a="http://schemas.openxmlformats.org/drawingml/2006/main" noChangeAspect="1"/>
          </p:cNvPicPr>
          <p:nvPr/>
        </p:nvPicPr>
        <p:blipFill>
          <a:blip xmlns:r="http://schemas.openxmlformats.org/officeDocument/2006/relationships" xmlns:a="http://schemas.openxmlformats.org/drawingml/2006/main" r:embed="R79fb1bae14ed4dbb">
            <a:extLst>
              <a:ext uri="{96DAC541-7B7A-43D3-8B79-37D633B846F1}">
                <asvg:svgBlip xmlns:asvg="http://schemas.microsoft.com/office/drawing/2016/SVG/main" r:embed="R41f37392259d4ffb"/>
              </a:ext>
            </a:extLst>
          </a:blip>
          <a:stretch xmlns:a="http://schemas.openxmlformats.org/drawingml/2006/main"/>
        </p:blipFill>
        <p:spPr>
          <a:xfrm xmlns:a="http://schemas.openxmlformats.org/drawingml/2006/main">
            <a:off x="5238750" y="3990975"/>
            <a:ext cx="285750" cy="285750"/>
          </a:xfrm>
          <a:prstGeom xmlns:a="http://schemas.openxmlformats.org/drawingml/2006/main" prst="rect">
            <a:avLst/>
          </a:prstGeom>
        </p:spPr>
      </p:pic>
      <p:sp>
        <p:nvSpPr>
          <p:cNvPr id="23" name="">
            <a:extLst xmlns:a="http://schemas.openxmlformats.org/drawingml/2006/main">
              <a:ext uri="{FF2B5EF4-FFF2-40B4-BE49-F238E27FC236}">
                <a16:creationId xmlns:a16="http://schemas.microsoft.com/office/drawing/2014/main" id="{AC97C6B8-41A7-4E28-89EB-AB53AFB6EE94}"/>
              </a:ext>
            </a:extLst>
          </p:cNvPr>
          <p:cNvSpPr>
            <a:spLocks xmlns:a="http://schemas.openxmlformats.org/drawingml/2006/main" noGrp="1"/>
          </p:cNvSpPr>
          <p:nvPr/>
        </p:nvSpPr>
        <p:spPr>
          <a:xfrm xmlns:a="http://schemas.openxmlformats.org/drawingml/2006/main">
            <a:off x="5638800" y="4000500"/>
            <a:ext cx="1800225" cy="457200"/>
          </a:xfrm>
          <a:prstGeom xmlns:a="http://schemas.openxmlformats.org/drawingml/2006/main" prst="roundRect">
            <a:avLst>
              <a:gd name="adj" fmla="val 25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Physics + peers</a:t>
            </a:r>
          </a:p>
        </p:txBody>
      </p:sp>
      <p:sp>
        <p:nvSpPr>
          <p:cNvPr id="24" name="">
            <a:extLst xmlns:a="http://schemas.openxmlformats.org/drawingml/2006/main">
              <a:ext uri="{FF2B5EF4-FFF2-40B4-BE49-F238E27FC236}">
                <a16:creationId xmlns:a16="http://schemas.microsoft.com/office/drawing/2014/main" id="{565A5EF5-97F1-4C9C-9EFC-9D7D6C368779}"/>
              </a:ext>
            </a:extLst>
          </p:cNvPr>
          <p:cNvSpPr>
            <a:spLocks xmlns:a="http://schemas.openxmlformats.org/drawingml/2006/main" noGrp="1"/>
          </p:cNvSpPr>
          <p:nvPr/>
        </p:nvSpPr>
        <p:spPr>
          <a:xfrm xmlns:a="http://schemas.openxmlformats.org/drawingml/2006/main">
            <a:off x="5257800" y="4410075"/>
            <a:ext cx="2162175" cy="914400"/>
          </a:xfrm>
          <a:prstGeom xmlns:a="http://schemas.openxmlformats.org/drawingml/2006/main" prst="roundRect">
            <a:avLst>
              <a:gd name="adj" fmla="val 125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T/P/RH consistency</a:t>
            </a:r>
          </a:p>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Nearby trusted stations</a:t>
            </a:r>
          </a:p>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Available context only</a:t>
            </a:r>
          </a:p>
        </p:txBody>
      </p:sp>
      <p:sp>
        <p:nvSpPr>
          <p:cNvPr id="25" name="">
            <a:extLst xmlns:a="http://schemas.openxmlformats.org/drawingml/2006/main">
              <a:ext uri="{FF2B5EF4-FFF2-40B4-BE49-F238E27FC236}">
                <a16:creationId xmlns:a16="http://schemas.microsoft.com/office/drawing/2014/main" id="{3F807E86-DF72-4C2D-AA50-28C7F1D11995}"/>
              </a:ext>
            </a:extLst>
          </p:cNvPr>
          <p:cNvSpPr>
            <a:spLocks xmlns:a="http://schemas.openxmlformats.org/drawingml/2006/main" noGrp="1"/>
          </p:cNvSpPr>
          <p:nvPr/>
        </p:nvSpPr>
        <p:spPr>
          <a:xfrm xmlns:a="http://schemas.openxmlformats.org/drawingml/2006/main">
            <a:off x="8105775" y="2686050"/>
            <a:ext cx="1704975" cy="1714500"/>
          </a:xfrm>
          <a:prstGeom xmlns:a="http://schemas.openxmlformats.org/drawingml/2006/main" prst="roundRect">
            <a:avLst>
              <a:gd name="adj" fmla="val 6704"/>
            </a:avLst>
          </a:prstGeom>
          <a:solidFill xmlns:a="http://schemas.openxmlformats.org/drawingml/2006/main">
            <a:srgbClr val="EDF8F5"/>
          </a:solidFill>
          <a:ln xmlns:a="http://schemas.openxmlformats.org/drawingml/2006/main" w="15240">
            <a:solidFill>
              <a:srgbClr val="168B83"/>
            </a:solidFill>
          </a:ln>
        </p:spPr>
      </p:sp>
      <p:pic>
        <p:nvPicPr>
          <p:cNvPr id="82" name=""/>
          <p:cNvPicPr>
            <a:picLocks xmlns:a="http://schemas.openxmlformats.org/drawingml/2006/main" noChangeAspect="1"/>
          </p:cNvPicPr>
          <p:nvPr/>
        </p:nvPicPr>
        <p:blipFill>
          <a:blip xmlns:r="http://schemas.openxmlformats.org/officeDocument/2006/relationships" xmlns:a="http://schemas.openxmlformats.org/drawingml/2006/main" r:embed="R9e62936f94314ddb">
            <a:extLst>
              <a:ext uri="{96DAC541-7B7A-43D3-8B79-37D633B846F1}">
                <asvg:svgBlip xmlns:asvg="http://schemas.microsoft.com/office/drawing/2016/SVG/main" r:embed="R0a479e4450834bc4"/>
              </a:ext>
            </a:extLst>
          </a:blip>
          <a:stretch xmlns:a="http://schemas.openxmlformats.org/drawingml/2006/main"/>
        </p:blipFill>
        <p:spPr>
          <a:xfrm xmlns:a="http://schemas.openxmlformats.org/drawingml/2006/main">
            <a:off x="8277225" y="2857500"/>
            <a:ext cx="285750" cy="285750"/>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B1877CA5-BD82-40F4-8D6C-23D265ACCD63}"/>
              </a:ext>
            </a:extLst>
          </p:cNvPr>
          <p:cNvSpPr>
            <a:spLocks xmlns:a="http://schemas.openxmlformats.org/drawingml/2006/main" noGrp="1"/>
          </p:cNvSpPr>
          <p:nvPr/>
        </p:nvSpPr>
        <p:spPr>
          <a:xfrm xmlns:a="http://schemas.openxmlformats.org/drawingml/2006/main">
            <a:off x="8677275" y="2867025"/>
            <a:ext cx="962025" cy="457200"/>
          </a:xfrm>
          <a:prstGeom xmlns:a="http://schemas.openxmlformats.org/drawingml/2006/main" prst="roundRect">
            <a:avLst>
              <a:gd name="adj" fmla="val 25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1">
                <a:solidFill>
                  <a:srgbClr val="17324D"/>
                </a:solidFill>
                <a:latin typeface="Arial"/>
                <a:ea typeface="Arial"/>
                <a:cs typeface="Arial"/>
              </a:defRPr>
            </a:pPr>
            <a:r>
              <a:rPr sz="1500" b="1">
                <a:solidFill>
                  <a:srgbClr val="17324D"/>
                </a:solidFill>
                <a:latin typeface="Arial"/>
                <a:ea typeface="Arial"/>
                <a:cs typeface="Arial"/>
              </a:rPr>
              <a:t>Fuse</a:t>
            </a:r>
          </a:p>
        </p:txBody>
      </p:sp>
      <p:sp>
        <p:nvSpPr>
          <p:cNvPr id="28" name="">
            <a:extLst xmlns:a="http://schemas.openxmlformats.org/drawingml/2006/main">
              <a:ext uri="{FF2B5EF4-FFF2-40B4-BE49-F238E27FC236}">
                <a16:creationId xmlns:a16="http://schemas.microsoft.com/office/drawing/2014/main" id="{88DD67EA-88BD-41B7-AD42-350F1C3902C7}"/>
              </a:ext>
            </a:extLst>
          </p:cNvPr>
          <p:cNvSpPr>
            <a:spLocks xmlns:a="http://schemas.openxmlformats.org/drawingml/2006/main" noGrp="1"/>
          </p:cNvSpPr>
          <p:nvPr/>
        </p:nvSpPr>
        <p:spPr>
          <a:xfrm xmlns:a="http://schemas.openxmlformats.org/drawingml/2006/main">
            <a:off x="8296275" y="3276600"/>
            <a:ext cx="1323975" cy="1085850"/>
          </a:xfrm>
          <a:prstGeom xmlns:a="http://schemas.openxmlformats.org/drawingml/2006/main" prst="roundRect">
            <a:avLst>
              <a:gd name="adj" fmla="val 10526"/>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Weigh clues</a:t>
            </a:r>
          </a:p>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Classify cause</a:t>
            </a:r>
          </a:p>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Give reasons</a:t>
            </a:r>
          </a:p>
        </p:txBody>
      </p:sp>
      <p:sp>
        <p:nvSpPr>
          <p:cNvPr id="29" name="">
            <a:extLst xmlns:a="http://schemas.openxmlformats.org/drawingml/2006/main">
              <a:ext uri="{FF2B5EF4-FFF2-40B4-BE49-F238E27FC236}">
                <a16:creationId xmlns:a16="http://schemas.microsoft.com/office/drawing/2014/main" id="{9A8A7671-164A-4551-A1A6-54F264C9903E}"/>
              </a:ext>
            </a:extLst>
          </p:cNvPr>
          <p:cNvSpPr>
            <a:spLocks xmlns:a="http://schemas.openxmlformats.org/drawingml/2006/main" noGrp="1"/>
          </p:cNvSpPr>
          <p:nvPr/>
        </p:nvSpPr>
        <p:spPr>
          <a:xfrm xmlns:a="http://schemas.openxmlformats.org/drawingml/2006/main">
            <a:off x="10210800" y="2686050"/>
            <a:ext cx="1562100" cy="1714500"/>
          </a:xfrm>
          <a:prstGeom xmlns:a="http://schemas.openxmlformats.org/drawingml/2006/main" prst="roundRect">
            <a:avLst>
              <a:gd name="adj" fmla="val 7317"/>
            </a:avLst>
          </a:prstGeom>
          <a:solidFill xmlns:a="http://schemas.openxmlformats.org/drawingml/2006/main">
            <a:srgbClr val="FFF7E6"/>
          </a:solidFill>
          <a:ln xmlns:a="http://schemas.openxmlformats.org/drawingml/2006/main" w="15240">
            <a:solidFill>
              <a:srgbClr val="D69A24"/>
            </a:solidFill>
          </a:ln>
        </p:spPr>
      </p:sp>
      <p:pic>
        <p:nvPicPr>
          <p:cNvPr id="86" name=""/>
          <p:cNvPicPr>
            <a:picLocks xmlns:a="http://schemas.openxmlformats.org/drawingml/2006/main" noChangeAspect="1"/>
          </p:cNvPicPr>
          <p:nvPr/>
        </p:nvPicPr>
        <p:blipFill>
          <a:blip xmlns:r="http://schemas.openxmlformats.org/officeDocument/2006/relationships" xmlns:a="http://schemas.openxmlformats.org/drawingml/2006/main" r:embed="Re770797ad83d4c37">
            <a:extLst>
              <a:ext uri="{96DAC541-7B7A-43D3-8B79-37D633B846F1}">
                <asvg:svgBlip xmlns:asvg="http://schemas.microsoft.com/office/drawing/2016/SVG/main" r:embed="Reddc0ccd9c1a4049"/>
              </a:ext>
            </a:extLst>
          </a:blip>
          <a:stretch xmlns:a="http://schemas.openxmlformats.org/drawingml/2006/main"/>
        </p:blipFill>
        <p:spPr>
          <a:xfrm xmlns:a="http://schemas.openxmlformats.org/drawingml/2006/main">
            <a:off x="10382250" y="2857500"/>
            <a:ext cx="285750" cy="285750"/>
          </a:xfrm>
          <a:prstGeom xmlns:a="http://schemas.openxmlformats.org/drawingml/2006/main" prst="rect">
            <a:avLst/>
          </a:prstGeom>
        </p:spPr>
      </p:pic>
      <p:sp>
        <p:nvSpPr>
          <p:cNvPr id="31" name="">
            <a:extLst xmlns:a="http://schemas.openxmlformats.org/drawingml/2006/main">
              <a:ext uri="{FF2B5EF4-FFF2-40B4-BE49-F238E27FC236}">
                <a16:creationId xmlns:a16="http://schemas.microsoft.com/office/drawing/2014/main" id="{9835E19D-3505-40D8-BEF4-A084B83DF837}"/>
              </a:ext>
            </a:extLst>
          </p:cNvPr>
          <p:cNvSpPr>
            <a:spLocks xmlns:a="http://schemas.openxmlformats.org/drawingml/2006/main" noGrp="1"/>
          </p:cNvSpPr>
          <p:nvPr/>
        </p:nvSpPr>
        <p:spPr>
          <a:xfrm xmlns:a="http://schemas.openxmlformats.org/drawingml/2006/main">
            <a:off x="10782300" y="2867025"/>
            <a:ext cx="819150" cy="457200"/>
          </a:xfrm>
          <a:prstGeom xmlns:a="http://schemas.openxmlformats.org/drawingml/2006/main" prst="roundRect">
            <a:avLst>
              <a:gd name="adj" fmla="val 25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1">
                <a:solidFill>
                  <a:srgbClr val="17324D"/>
                </a:solidFill>
                <a:latin typeface="Arial"/>
                <a:ea typeface="Arial"/>
                <a:cs typeface="Arial"/>
              </a:defRPr>
            </a:pPr>
            <a:r>
              <a:rPr sz="1500" b="1">
                <a:solidFill>
                  <a:srgbClr val="17324D"/>
                </a:solidFill>
                <a:latin typeface="Arial"/>
                <a:ea typeface="Arial"/>
                <a:cs typeface="Arial"/>
              </a:rPr>
              <a:t>Review</a:t>
            </a:r>
          </a:p>
        </p:txBody>
      </p:sp>
      <p:sp>
        <p:nvSpPr>
          <p:cNvPr id="32" name="">
            <a:extLst xmlns:a="http://schemas.openxmlformats.org/drawingml/2006/main">
              <a:ext uri="{FF2B5EF4-FFF2-40B4-BE49-F238E27FC236}">
                <a16:creationId xmlns:a16="http://schemas.microsoft.com/office/drawing/2014/main" id="{B245A28A-A7B9-41D2-98DF-2106298CE360}"/>
              </a:ext>
            </a:extLst>
          </p:cNvPr>
          <p:cNvSpPr>
            <a:spLocks xmlns:a="http://schemas.openxmlformats.org/drawingml/2006/main" noGrp="1"/>
          </p:cNvSpPr>
          <p:nvPr/>
        </p:nvSpPr>
        <p:spPr>
          <a:xfrm xmlns:a="http://schemas.openxmlformats.org/drawingml/2006/main">
            <a:off x="10401300" y="3276600"/>
            <a:ext cx="1181100" cy="1085850"/>
          </a:xfrm>
          <a:prstGeom xmlns:a="http://schemas.openxmlformats.org/drawingml/2006/main" prst="roundRect">
            <a:avLst>
              <a:gd name="adj" fmla="val 10526"/>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History</a:t>
            </a:r>
          </a:p>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Incidents</a:t>
            </a:r>
          </a:p>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Review actions</a:t>
            </a:r>
          </a:p>
        </p:txBody>
      </p:sp>
      <p:cxnSp>
        <p:nvCxnSpPr>
          <p:cNvPr id="89" name=""/>
          <p:cNvCxnSpPr>
            <a:stCxn xmlns:a="http://schemas.openxmlformats.org/drawingml/2006/main" id="9" idx="3"/>
            <a:endCxn xmlns:a="http://schemas.openxmlformats.org/drawingml/2006/main" id="13" idx="1"/>
          </p:cNvCxnSpPr>
          <p:nvPr/>
        </p:nvCxnSpPr>
        <p:spPr>
          <a:xfrm xmlns:a="http://schemas.openxmlformats.org/drawingml/2006/main">
            <a:off x="2305050" y="3576638"/>
            <a:ext cx="381000" cy="0"/>
          </a:xfrm>
          <a:prstGeom xmlns:a="http://schemas.openxmlformats.org/drawingml/2006/main" prst="straightConnector1">
            <a:avLst/>
          </a:prstGeom>
          <a:ln xmlns:a="http://schemas.openxmlformats.org/drawingml/2006/main" w="20955">
            <a:solidFill>
              <a:srgbClr val="2868B2"/>
            </a:solidFill>
            <a:tailEnd type="triangle" w="sm" len="sm"/>
          </a:ln>
        </p:spPr>
      </p:cxnSp>
      <p:cxnSp>
        <p:nvCxnSpPr>
          <p:cNvPr id="90" name=""/>
          <p:cNvCxnSpPr>
            <a:stCxn xmlns:a="http://schemas.openxmlformats.org/drawingml/2006/main" id="13" idx="3"/>
            <a:endCxn xmlns:a="http://schemas.openxmlformats.org/drawingml/2006/main" id="17" idx="1"/>
          </p:cNvCxnSpPr>
          <p:nvPr/>
        </p:nvCxnSpPr>
        <p:spPr>
          <a:xfrm xmlns:a="http://schemas.openxmlformats.org/drawingml/2006/main" flipV="1">
            <a:off x="4648200" y="2466975"/>
            <a:ext cx="419100" cy="1109663"/>
          </a:xfrm>
          <a:prstGeom xmlns:a="http://schemas.openxmlformats.org/drawingml/2006/main" prst="bentConnector3">
            <a:avLst>
              <a:gd name="adj1" fmla="val 50000"/>
            </a:avLst>
          </a:prstGeom>
          <a:ln xmlns:a="http://schemas.openxmlformats.org/drawingml/2006/main" w="20955">
            <a:solidFill>
              <a:srgbClr val="2868B2"/>
            </a:solidFill>
            <a:tailEnd type="triangle" w="sm" len="sm"/>
          </a:ln>
        </p:spPr>
      </p:cxnSp>
      <p:cxnSp>
        <p:nvCxnSpPr>
          <p:cNvPr id="91" name=""/>
          <p:cNvCxnSpPr>
            <a:stCxn xmlns:a="http://schemas.openxmlformats.org/drawingml/2006/main" id="13" idx="3"/>
            <a:endCxn xmlns:a="http://schemas.openxmlformats.org/drawingml/2006/main" id="21" idx="1"/>
          </p:cNvCxnSpPr>
          <p:nvPr/>
        </p:nvCxnSpPr>
        <p:spPr>
          <a:xfrm xmlns:a="http://schemas.openxmlformats.org/drawingml/2006/main">
            <a:off x="4648200" y="3576638"/>
            <a:ext cx="419100" cy="1014413"/>
          </a:xfrm>
          <a:prstGeom xmlns:a="http://schemas.openxmlformats.org/drawingml/2006/main" prst="bentConnector3">
            <a:avLst>
              <a:gd name="adj1" fmla="val 50000"/>
            </a:avLst>
          </a:prstGeom>
          <a:ln xmlns:a="http://schemas.openxmlformats.org/drawingml/2006/main" w="20955">
            <a:solidFill>
              <a:srgbClr val="168B83"/>
            </a:solidFill>
            <a:tailEnd type="triangle" w="sm" len="sm"/>
          </a:ln>
        </p:spPr>
      </p:cxnSp>
      <p:cxnSp>
        <p:nvCxnSpPr>
          <p:cNvPr id="92" name=""/>
          <p:cNvCxnSpPr>
            <a:stCxn xmlns:a="http://schemas.openxmlformats.org/drawingml/2006/main" id="17" idx="3"/>
            <a:endCxn xmlns:a="http://schemas.openxmlformats.org/drawingml/2006/main" id="25" idx="1"/>
          </p:cNvCxnSpPr>
          <p:nvPr/>
        </p:nvCxnSpPr>
        <p:spPr>
          <a:xfrm xmlns:a="http://schemas.openxmlformats.org/drawingml/2006/main">
            <a:off x="7610475" y="2466975"/>
            <a:ext cx="495300" cy="1076325"/>
          </a:xfrm>
          <a:prstGeom xmlns:a="http://schemas.openxmlformats.org/drawingml/2006/main" prst="bentConnector3">
            <a:avLst>
              <a:gd name="adj1" fmla="val 50000"/>
            </a:avLst>
          </a:prstGeom>
          <a:ln xmlns:a="http://schemas.openxmlformats.org/drawingml/2006/main" w="20955">
            <a:solidFill>
              <a:srgbClr val="2868B2"/>
            </a:solidFill>
            <a:tailEnd type="triangle" w="sm" len="sm"/>
          </a:ln>
        </p:spPr>
      </p:cxnSp>
      <p:cxnSp>
        <p:nvCxnSpPr>
          <p:cNvPr id="93" name=""/>
          <p:cNvCxnSpPr>
            <a:stCxn xmlns:a="http://schemas.openxmlformats.org/drawingml/2006/main" id="21" idx="3"/>
            <a:endCxn xmlns:a="http://schemas.openxmlformats.org/drawingml/2006/main" id="25" idx="1"/>
          </p:cNvCxnSpPr>
          <p:nvPr/>
        </p:nvCxnSpPr>
        <p:spPr>
          <a:xfrm xmlns:a="http://schemas.openxmlformats.org/drawingml/2006/main" flipV="1">
            <a:off x="7610475" y="3543300"/>
            <a:ext cx="495300" cy="1047750"/>
          </a:xfrm>
          <a:prstGeom xmlns:a="http://schemas.openxmlformats.org/drawingml/2006/main" prst="bentConnector3">
            <a:avLst>
              <a:gd name="adj1" fmla="val 50000"/>
            </a:avLst>
          </a:prstGeom>
          <a:ln xmlns:a="http://schemas.openxmlformats.org/drawingml/2006/main" w="20955">
            <a:solidFill>
              <a:srgbClr val="168B83"/>
            </a:solidFill>
            <a:tailEnd type="triangle" w="sm" len="sm"/>
          </a:ln>
        </p:spPr>
      </p:cxnSp>
      <p:cxnSp>
        <p:nvCxnSpPr>
          <p:cNvPr id="94" name=""/>
          <p:cNvCxnSpPr>
            <a:stCxn xmlns:a="http://schemas.openxmlformats.org/drawingml/2006/main" id="25" idx="3"/>
            <a:endCxn xmlns:a="http://schemas.openxmlformats.org/drawingml/2006/main" id="29" idx="1"/>
          </p:cNvCxnSpPr>
          <p:nvPr/>
        </p:nvCxnSpPr>
        <p:spPr>
          <a:xfrm xmlns:a="http://schemas.openxmlformats.org/drawingml/2006/main">
            <a:off x="9810750" y="3543300"/>
            <a:ext cx="400050" cy="0"/>
          </a:xfrm>
          <a:prstGeom xmlns:a="http://schemas.openxmlformats.org/drawingml/2006/main" prst="straightConnector1">
            <a:avLst/>
          </a:prstGeom>
          <a:ln xmlns:a="http://schemas.openxmlformats.org/drawingml/2006/main" w="20955">
            <a:solidFill>
              <a:srgbClr val="D69A24"/>
            </a:solidFill>
            <a:tailEnd type="triangle" w="sm" len="sm"/>
          </a:ln>
        </p:spPr>
      </p:cxnSp>
      <p:sp>
        <p:nvSpPr>
          <p:cNvPr id="39" name="">
            <a:extLst xmlns:a="http://schemas.openxmlformats.org/drawingml/2006/main">
              <a:ext uri="{FF2B5EF4-FFF2-40B4-BE49-F238E27FC236}">
                <a16:creationId xmlns:a16="http://schemas.microsoft.com/office/drawing/2014/main" id="{073CCF3F-5B35-497F-B920-9C8D4C78A4CB}"/>
              </a:ext>
            </a:extLst>
          </p:cNvPr>
          <p:cNvSpPr>
            <a:spLocks xmlns:a="http://schemas.openxmlformats.org/drawingml/2006/main" noGrp="1"/>
          </p:cNvSpPr>
          <p:nvPr/>
        </p:nvSpPr>
        <p:spPr>
          <a:xfrm xmlns:a="http://schemas.openxmlformats.org/drawingml/2006/main">
            <a:off x="8105775" y="4619625"/>
            <a:ext cx="3524250" cy="257175"/>
          </a:xfrm>
          <a:prstGeom xmlns:a="http://schemas.openxmlformats.org/drawingml/2006/main" prst="roundRect">
            <a:avLst>
              <a:gd name="adj" fmla="val 44444"/>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2868B2"/>
                </a:solidFill>
                <a:latin typeface="Arial"/>
                <a:ea typeface="Arial"/>
                <a:cs typeface="Arial"/>
              </a:defRPr>
            </a:pPr>
            <a:r>
              <a:rPr sz="1275" b="1">
                <a:solidFill>
                  <a:srgbClr val="2868B2"/>
                </a:solidFill>
                <a:latin typeface="Arial"/>
                <a:ea typeface="Arial"/>
                <a:cs typeface="Arial"/>
              </a:rPr>
              <a:t>OUTPUTS</a:t>
            </a:r>
          </a:p>
        </p:txBody>
      </p:sp>
      <p:sp>
        <p:nvSpPr>
          <p:cNvPr id="40" name="">
            <a:extLst xmlns:a="http://schemas.openxmlformats.org/drawingml/2006/main">
              <a:ext uri="{FF2B5EF4-FFF2-40B4-BE49-F238E27FC236}">
                <a16:creationId xmlns:a16="http://schemas.microsoft.com/office/drawing/2014/main" id="{4B227AA4-AC99-4128-A10C-1344ADC91A40}"/>
              </a:ext>
            </a:extLst>
          </p:cNvPr>
          <p:cNvSpPr>
            <a:spLocks xmlns:a="http://schemas.openxmlformats.org/drawingml/2006/main" noGrp="1"/>
          </p:cNvSpPr>
          <p:nvPr/>
        </p:nvSpPr>
        <p:spPr>
          <a:xfrm xmlns:a="http://schemas.openxmlformats.org/drawingml/2006/main">
            <a:off x="8105775" y="4933950"/>
            <a:ext cx="3600450" cy="638175"/>
          </a:xfrm>
          <a:prstGeom xmlns:a="http://schemas.openxmlformats.org/drawingml/2006/main" prst="roundRect">
            <a:avLst>
              <a:gd name="adj" fmla="val 1791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2667B"/>
                </a:solidFill>
                <a:latin typeface="Arial"/>
                <a:ea typeface="Arial"/>
                <a:cs typeface="Arial"/>
              </a:defRPr>
            </a:pPr>
            <a:r>
              <a:rPr sz="1425" b="0">
                <a:solidFill>
                  <a:srgbClr val="52667B"/>
                </a:solidFill>
                <a:latin typeface="Arial"/>
                <a:ea typeface="Arial"/>
                <a:cs typeface="Arial"/>
              </a:rPr>
              <a:t>Healthy · Weather · Sensor fault</a:t>
            </a:r>
          </a:p>
          <a:p xmlns:a="http://schemas.openxmlformats.org/drawingml/2006/main">
            <a:pPr algn="l">
              <a:defRPr sz="1425" b="0">
                <a:solidFill>
                  <a:srgbClr val="52667B"/>
                </a:solidFill>
                <a:latin typeface="Arial"/>
                <a:ea typeface="Arial"/>
                <a:cs typeface="Arial"/>
              </a:defRPr>
            </a:pPr>
            <a:r>
              <a:rPr sz="1425" b="0">
                <a:solidFill>
                  <a:srgbClr val="52667B"/>
                </a:solidFill>
                <a:latin typeface="Arial"/>
                <a:ea typeface="Arial"/>
                <a:cs typeface="Arial"/>
              </a:rPr>
              <a:t>Data issue · Complex · Needs review</a:t>
            </a:r>
          </a:p>
        </p:txBody>
      </p:sp>
      <p:sp>
        <p:nvSpPr>
          <p:cNvPr id="41" name="">
            <a:extLst xmlns:a="http://schemas.openxmlformats.org/drawingml/2006/main">
              <a:ext uri="{FF2B5EF4-FFF2-40B4-BE49-F238E27FC236}">
                <a16:creationId xmlns:a16="http://schemas.microsoft.com/office/drawing/2014/main" id="{EBA388A1-182B-4677-A11F-CB1308FE8B35}"/>
              </a:ext>
            </a:extLst>
          </p:cNvPr>
          <p:cNvSpPr>
            <a:spLocks xmlns:a="http://schemas.openxmlformats.org/drawingml/2006/main" noGrp="1"/>
          </p:cNvSpPr>
          <p:nvPr/>
        </p:nvSpPr>
        <p:spPr>
          <a:xfrm xmlns:a="http://schemas.openxmlformats.org/drawingml/2006/main">
            <a:off x="419100" y="5581650"/>
            <a:ext cx="7191375" cy="495300"/>
          </a:xfrm>
          <a:prstGeom xmlns:a="http://schemas.openxmlformats.org/drawingml/2006/main" prst="roundRect">
            <a:avLst>
              <a:gd name="adj" fmla="val 23077"/>
            </a:avLst>
          </a:prstGeom>
          <a:solidFill xmlns:a="http://schemas.openxmlformats.org/drawingml/2006/main">
            <a:srgbClr val="EEF5FD"/>
          </a:solidFill>
          <a:ln xmlns:a="http://schemas.openxmlformats.org/drawingml/2006/main" w="15240">
            <a:solidFill>
              <a:srgbClr val="CDDBE8"/>
            </a:solidFill>
          </a:ln>
        </p:spPr>
      </p:sp>
      <p:pic>
        <p:nvPicPr>
          <p:cNvPr id="98" name=""/>
          <p:cNvPicPr>
            <a:picLocks xmlns:a="http://schemas.openxmlformats.org/drawingml/2006/main" noChangeAspect="1"/>
          </p:cNvPicPr>
          <p:nvPr/>
        </p:nvPicPr>
        <p:blipFill>
          <a:blip xmlns:r="http://schemas.openxmlformats.org/officeDocument/2006/relationships" xmlns:a="http://schemas.openxmlformats.org/drawingml/2006/main" r:embed="R2a0006e5ce84456a">
            <a:extLst>
              <a:ext uri="{96DAC541-7B7A-43D3-8B79-37D633B846F1}">
                <asvg:svgBlip xmlns:asvg="http://schemas.microsoft.com/office/drawing/2016/SVG/main" r:embed="Rf037955d0abc4292"/>
              </a:ext>
            </a:extLst>
          </a:blip>
          <a:stretch xmlns:a="http://schemas.openxmlformats.org/drawingml/2006/main"/>
        </p:blipFill>
        <p:spPr>
          <a:xfrm xmlns:a="http://schemas.openxmlformats.org/drawingml/2006/main">
            <a:off x="581025" y="5695950"/>
            <a:ext cx="266700" cy="266700"/>
          </a:xfrm>
          <a:prstGeom xmlns:a="http://schemas.openxmlformats.org/drawingml/2006/main" prst="rect">
            <a:avLst/>
          </a:prstGeom>
        </p:spPr>
      </p:pic>
      <p:sp>
        <p:nvSpPr>
          <p:cNvPr id="43" name="">
            <a:extLst xmlns:a="http://schemas.openxmlformats.org/drawingml/2006/main">
              <a:ext uri="{FF2B5EF4-FFF2-40B4-BE49-F238E27FC236}">
                <a16:creationId xmlns:a16="http://schemas.microsoft.com/office/drawing/2014/main" id="{359F9FE5-5075-482B-85CC-BC47EAAD8F10}"/>
              </a:ext>
            </a:extLst>
          </p:cNvPr>
          <p:cNvSpPr>
            <a:spLocks xmlns:a="http://schemas.openxmlformats.org/drawingml/2006/main" noGrp="1"/>
          </p:cNvSpPr>
          <p:nvPr/>
        </p:nvSpPr>
        <p:spPr>
          <a:xfrm xmlns:a="http://schemas.openxmlformats.org/drawingml/2006/main">
            <a:off x="962025" y="5715000"/>
            <a:ext cx="6477000" cy="266700"/>
          </a:xfrm>
          <a:prstGeom xmlns:a="http://schemas.openxmlformats.org/drawingml/2006/main" prst="roundRect">
            <a:avLst>
              <a:gd name="adj" fmla="val 42857"/>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17324D"/>
                </a:solidFill>
                <a:latin typeface="Arial"/>
                <a:ea typeface="Arial"/>
                <a:cs typeface="Arial"/>
              </a:defRPr>
            </a:pPr>
            <a:r>
              <a:rPr sz="1350" b="0">
                <a:solidFill>
                  <a:srgbClr val="17324D"/>
                </a:solidFill>
                <a:latin typeface="Arial"/>
                <a:ea typeface="Arial"/>
                <a:cs typeface="Arial"/>
              </a:rPr>
              <a:t>SQLite: raw observations, decisions, review history and correction proposals</a:t>
            </a:r>
          </a:p>
        </p:txBody>
      </p:sp>
      <p:pic>
        <p:nvPicPr>
          <p:cNvPr id="100" name=""/>
          <p:cNvPicPr>
            <a:picLocks xmlns:a="http://schemas.openxmlformats.org/drawingml/2006/main" noChangeAspect="1"/>
          </p:cNvPicPr>
          <p:nvPr/>
        </p:nvPicPr>
        <p:blipFill>
          <a:blip xmlns:r="http://schemas.openxmlformats.org/officeDocument/2006/relationships" xmlns:a="http://schemas.openxmlformats.org/drawingml/2006/main" r:embed="R85dbc97de0414665">
            <a:extLst>
              <a:ext uri="{96DAC541-7B7A-43D3-8B79-37D633B846F1}">
                <asvg:svgBlip xmlns:asvg="http://schemas.microsoft.com/office/drawing/2016/SVG/main" r:embed="R0bb0887e724e4d68"/>
              </a:ext>
            </a:extLst>
          </a:blip>
          <a:stretch xmlns:a="http://schemas.openxmlformats.org/drawingml/2006/main"/>
        </p:blipFill>
        <p:spPr>
          <a:xfrm xmlns:a="http://schemas.openxmlformats.org/drawingml/2006/main">
            <a:off x="1619250" y="6153150"/>
            <a:ext cx="228600" cy="228600"/>
          </a:xfrm>
          <a:prstGeom xmlns:a="http://schemas.openxmlformats.org/drawingml/2006/main" prst="rect">
            <a:avLst/>
          </a:prstGeom>
        </p:spPr>
      </p:pic>
      <p:sp>
        <p:nvSpPr>
          <p:cNvPr id="45" name="">
            <a:extLst xmlns:a="http://schemas.openxmlformats.org/drawingml/2006/main">
              <a:ext uri="{FF2B5EF4-FFF2-40B4-BE49-F238E27FC236}">
                <a16:creationId xmlns:a16="http://schemas.microsoft.com/office/drawing/2014/main" id="{6FB58074-E625-4174-AC0D-9D9CCD19BA19}"/>
              </a:ext>
            </a:extLst>
          </p:cNvPr>
          <p:cNvSpPr>
            <a:spLocks xmlns:a="http://schemas.openxmlformats.org/drawingml/2006/main" noGrp="1"/>
          </p:cNvSpPr>
          <p:nvPr/>
        </p:nvSpPr>
        <p:spPr>
          <a:xfrm xmlns:a="http://schemas.openxmlformats.org/drawingml/2006/main">
            <a:off x="1924050" y="6191250"/>
            <a:ext cx="1209675" cy="228600"/>
          </a:xfrm>
          <a:prstGeom xmlns:a="http://schemas.openxmlformats.org/drawingml/2006/main" prst="roundRect">
            <a:avLst>
              <a:gd name="adj" fmla="val 50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52667B"/>
                </a:solidFill>
                <a:latin typeface="Arial"/>
                <a:ea typeface="Arial"/>
                <a:cs typeface="Arial"/>
              </a:defRPr>
            </a:pPr>
            <a:r>
              <a:rPr sz="1200" b="1">
                <a:solidFill>
                  <a:srgbClr val="52667B"/>
                </a:solidFill>
                <a:latin typeface="Arial"/>
                <a:ea typeface="Arial"/>
                <a:cs typeface="Arial"/>
              </a:rPr>
              <a:t>React</a:t>
            </a:r>
          </a:p>
        </p:txBody>
      </p:sp>
      <p:pic>
        <p:nvPicPr>
          <p:cNvPr id="102" name=""/>
          <p:cNvPicPr>
            <a:picLocks xmlns:a="http://schemas.openxmlformats.org/drawingml/2006/main" noChangeAspect="1"/>
          </p:cNvPicPr>
          <p:nvPr/>
        </p:nvPicPr>
        <p:blipFill>
          <a:blip xmlns:r="http://schemas.openxmlformats.org/officeDocument/2006/relationships" xmlns:a="http://schemas.openxmlformats.org/drawingml/2006/main" r:embed="R47d05bb5516047c7">
            <a:extLst>
              <a:ext uri="{96DAC541-7B7A-43D3-8B79-37D633B846F1}">
                <asvg:svgBlip xmlns:asvg="http://schemas.microsoft.com/office/drawing/2016/SVG/main" r:embed="Rd6594763af67477d"/>
              </a:ext>
            </a:extLst>
          </a:blip>
          <a:stretch xmlns:a="http://schemas.openxmlformats.org/drawingml/2006/main"/>
        </p:blipFill>
        <p:spPr>
          <a:xfrm xmlns:a="http://schemas.openxmlformats.org/drawingml/2006/main">
            <a:off x="3257550" y="6153150"/>
            <a:ext cx="228600" cy="228600"/>
          </a:xfrm>
          <a:prstGeom xmlns:a="http://schemas.openxmlformats.org/drawingml/2006/main" prst="rect">
            <a:avLst/>
          </a:prstGeom>
        </p:spPr>
      </p:pic>
      <p:sp>
        <p:nvSpPr>
          <p:cNvPr id="47" name="">
            <a:extLst xmlns:a="http://schemas.openxmlformats.org/drawingml/2006/main">
              <a:ext uri="{FF2B5EF4-FFF2-40B4-BE49-F238E27FC236}">
                <a16:creationId xmlns:a16="http://schemas.microsoft.com/office/drawing/2014/main" id="{7FD5B74B-68C8-447A-9D7A-235857392C2F}"/>
              </a:ext>
            </a:extLst>
          </p:cNvPr>
          <p:cNvSpPr>
            <a:spLocks xmlns:a="http://schemas.openxmlformats.org/drawingml/2006/main" noGrp="1"/>
          </p:cNvSpPr>
          <p:nvPr/>
        </p:nvSpPr>
        <p:spPr>
          <a:xfrm xmlns:a="http://schemas.openxmlformats.org/drawingml/2006/main">
            <a:off x="3562350" y="6191250"/>
            <a:ext cx="1209675" cy="228600"/>
          </a:xfrm>
          <a:prstGeom xmlns:a="http://schemas.openxmlformats.org/drawingml/2006/main" prst="roundRect">
            <a:avLst>
              <a:gd name="adj" fmla="val 50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52667B"/>
                </a:solidFill>
                <a:latin typeface="Arial"/>
                <a:ea typeface="Arial"/>
                <a:cs typeface="Arial"/>
              </a:defRPr>
            </a:pPr>
            <a:r>
              <a:rPr sz="1200" b="1">
                <a:solidFill>
                  <a:srgbClr val="52667B"/>
                </a:solidFill>
                <a:latin typeface="Arial"/>
                <a:ea typeface="Arial"/>
                <a:cs typeface="Arial"/>
              </a:rPr>
              <a:t>Three.js</a:t>
            </a:r>
          </a:p>
        </p:txBody>
      </p:sp>
      <p:pic>
        <p:nvPicPr>
          <p:cNvPr id="104" name=""/>
          <p:cNvPicPr>
            <a:picLocks xmlns:a="http://schemas.openxmlformats.org/drawingml/2006/main" noChangeAspect="1"/>
          </p:cNvPicPr>
          <p:nvPr/>
        </p:nvPicPr>
        <p:blipFill>
          <a:blip xmlns:r="http://schemas.openxmlformats.org/officeDocument/2006/relationships" xmlns:a="http://schemas.openxmlformats.org/drawingml/2006/main" r:embed="R4d45580e183d4e1d">
            <a:extLst>
              <a:ext uri="{96DAC541-7B7A-43D3-8B79-37D633B846F1}">
                <asvg:svgBlip xmlns:asvg="http://schemas.microsoft.com/office/drawing/2016/SVG/main" r:embed="R3ad59aa38bb141fc"/>
              </a:ext>
            </a:extLst>
          </a:blip>
          <a:stretch xmlns:a="http://schemas.openxmlformats.org/drawingml/2006/main"/>
        </p:blipFill>
        <p:spPr>
          <a:xfrm xmlns:a="http://schemas.openxmlformats.org/drawingml/2006/main">
            <a:off x="4895850" y="6153150"/>
            <a:ext cx="228600" cy="228600"/>
          </a:xfrm>
          <a:prstGeom xmlns:a="http://schemas.openxmlformats.org/drawingml/2006/main" prst="rect">
            <a:avLst/>
          </a:prstGeom>
        </p:spPr>
      </p:pic>
      <p:sp>
        <p:nvSpPr>
          <p:cNvPr id="49" name="">
            <a:extLst xmlns:a="http://schemas.openxmlformats.org/drawingml/2006/main">
              <a:ext uri="{FF2B5EF4-FFF2-40B4-BE49-F238E27FC236}">
                <a16:creationId xmlns:a16="http://schemas.microsoft.com/office/drawing/2014/main" id="{BC7CB3A7-92B8-4908-A293-C2496F6C6ECC}"/>
              </a:ext>
            </a:extLst>
          </p:cNvPr>
          <p:cNvSpPr>
            <a:spLocks xmlns:a="http://schemas.openxmlformats.org/drawingml/2006/main" noGrp="1"/>
          </p:cNvSpPr>
          <p:nvPr/>
        </p:nvSpPr>
        <p:spPr>
          <a:xfrm xmlns:a="http://schemas.openxmlformats.org/drawingml/2006/main">
            <a:off x="5200650" y="6191250"/>
            <a:ext cx="1209675" cy="228600"/>
          </a:xfrm>
          <a:prstGeom xmlns:a="http://schemas.openxmlformats.org/drawingml/2006/main" prst="roundRect">
            <a:avLst>
              <a:gd name="adj" fmla="val 50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52667B"/>
                </a:solidFill>
                <a:latin typeface="Arial"/>
                <a:ea typeface="Arial"/>
                <a:cs typeface="Arial"/>
              </a:defRPr>
            </a:pPr>
            <a:r>
              <a:rPr sz="1200" b="1">
                <a:solidFill>
                  <a:srgbClr val="52667B"/>
                </a:solidFill>
                <a:latin typeface="Arial"/>
                <a:ea typeface="Arial"/>
                <a:cs typeface="Arial"/>
              </a:rPr>
              <a:t>FastAPI</a:t>
            </a:r>
          </a:p>
        </p:txBody>
      </p:sp>
      <p:pic>
        <p:nvPicPr>
          <p:cNvPr id="106" name=""/>
          <p:cNvPicPr>
            <a:picLocks xmlns:a="http://schemas.openxmlformats.org/drawingml/2006/main" noChangeAspect="1"/>
          </p:cNvPicPr>
          <p:nvPr/>
        </p:nvPicPr>
        <p:blipFill>
          <a:blip xmlns:r="http://schemas.openxmlformats.org/officeDocument/2006/relationships" xmlns:a="http://schemas.openxmlformats.org/drawingml/2006/main" r:embed="R4beb973456a347fa">
            <a:extLst>
              <a:ext uri="{96DAC541-7B7A-43D3-8B79-37D633B846F1}">
                <asvg:svgBlip xmlns:asvg="http://schemas.microsoft.com/office/drawing/2016/SVG/main" r:embed="Rc3edaaddf00c44a1"/>
              </a:ext>
            </a:extLst>
          </a:blip>
          <a:stretch xmlns:a="http://schemas.openxmlformats.org/drawingml/2006/main"/>
        </p:blipFill>
        <p:spPr>
          <a:xfrm xmlns:a="http://schemas.openxmlformats.org/drawingml/2006/main">
            <a:off x="6534150" y="6153150"/>
            <a:ext cx="228600" cy="228600"/>
          </a:xfrm>
          <a:prstGeom xmlns:a="http://schemas.openxmlformats.org/drawingml/2006/main" prst="rect">
            <a:avLst/>
          </a:prstGeom>
        </p:spPr>
      </p:pic>
      <p:sp>
        <p:nvSpPr>
          <p:cNvPr id="51" name="">
            <a:extLst xmlns:a="http://schemas.openxmlformats.org/drawingml/2006/main">
              <a:ext uri="{FF2B5EF4-FFF2-40B4-BE49-F238E27FC236}">
                <a16:creationId xmlns:a16="http://schemas.microsoft.com/office/drawing/2014/main" id="{D0BE4657-7C56-4C9B-9429-6034952DE619}"/>
              </a:ext>
            </a:extLst>
          </p:cNvPr>
          <p:cNvSpPr>
            <a:spLocks xmlns:a="http://schemas.openxmlformats.org/drawingml/2006/main" noGrp="1"/>
          </p:cNvSpPr>
          <p:nvPr/>
        </p:nvSpPr>
        <p:spPr>
          <a:xfrm xmlns:a="http://schemas.openxmlformats.org/drawingml/2006/main">
            <a:off x="6838950" y="6191250"/>
            <a:ext cx="1209675" cy="228600"/>
          </a:xfrm>
          <a:prstGeom xmlns:a="http://schemas.openxmlformats.org/drawingml/2006/main" prst="roundRect">
            <a:avLst>
              <a:gd name="adj" fmla="val 50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52667B"/>
                </a:solidFill>
                <a:latin typeface="Arial"/>
                <a:ea typeface="Arial"/>
                <a:cs typeface="Arial"/>
              </a:defRPr>
            </a:pPr>
            <a:r>
              <a:rPr sz="1200" b="1">
                <a:solidFill>
                  <a:srgbClr val="52667B"/>
                </a:solidFill>
                <a:latin typeface="Arial"/>
                <a:ea typeface="Arial"/>
                <a:cs typeface="Arial"/>
              </a:rPr>
              <a:t>Python</a:t>
            </a:r>
          </a:p>
        </p:txBody>
      </p:sp>
      <p:pic>
        <p:nvPicPr>
          <p:cNvPr id="108" name=""/>
          <p:cNvPicPr>
            <a:picLocks xmlns:a="http://schemas.openxmlformats.org/drawingml/2006/main" noChangeAspect="1"/>
          </p:cNvPicPr>
          <p:nvPr/>
        </p:nvPicPr>
        <p:blipFill>
          <a:blip xmlns:r="http://schemas.openxmlformats.org/officeDocument/2006/relationships" xmlns:a="http://schemas.openxmlformats.org/drawingml/2006/main" r:embed="Rbf8b3f6140204d7f">
            <a:extLst>
              <a:ext uri="{96DAC541-7B7A-43D3-8B79-37D633B846F1}">
                <asvg:svgBlip xmlns:asvg="http://schemas.microsoft.com/office/drawing/2016/SVG/main" r:embed="Rdc821fe34bc047dd"/>
              </a:ext>
            </a:extLst>
          </a:blip>
          <a:stretch xmlns:a="http://schemas.openxmlformats.org/drawingml/2006/main"/>
        </p:blipFill>
        <p:spPr>
          <a:xfrm xmlns:a="http://schemas.openxmlformats.org/drawingml/2006/main">
            <a:off x="8172450" y="6153150"/>
            <a:ext cx="228600" cy="228600"/>
          </a:xfrm>
          <a:prstGeom xmlns:a="http://schemas.openxmlformats.org/drawingml/2006/main" prst="rect">
            <a:avLst/>
          </a:prstGeom>
        </p:spPr>
      </p:pic>
      <p:sp>
        <p:nvSpPr>
          <p:cNvPr id="53" name="">
            <a:extLst xmlns:a="http://schemas.openxmlformats.org/drawingml/2006/main">
              <a:ext uri="{FF2B5EF4-FFF2-40B4-BE49-F238E27FC236}">
                <a16:creationId xmlns:a16="http://schemas.microsoft.com/office/drawing/2014/main" id="{63CFF963-1D9A-4282-A795-A1E40B41D9C5}"/>
              </a:ext>
            </a:extLst>
          </p:cNvPr>
          <p:cNvSpPr>
            <a:spLocks xmlns:a="http://schemas.openxmlformats.org/drawingml/2006/main" noGrp="1"/>
          </p:cNvSpPr>
          <p:nvPr/>
        </p:nvSpPr>
        <p:spPr>
          <a:xfrm xmlns:a="http://schemas.openxmlformats.org/drawingml/2006/main">
            <a:off x="8477250" y="6191250"/>
            <a:ext cx="1209675" cy="228600"/>
          </a:xfrm>
          <a:prstGeom xmlns:a="http://schemas.openxmlformats.org/drawingml/2006/main" prst="roundRect">
            <a:avLst>
              <a:gd name="adj" fmla="val 50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52667B"/>
                </a:solidFill>
                <a:latin typeface="Arial"/>
                <a:ea typeface="Arial"/>
                <a:cs typeface="Arial"/>
              </a:defRPr>
            </a:pPr>
            <a:r>
              <a:rPr sz="1200" b="1">
                <a:solidFill>
                  <a:srgbClr val="52667B"/>
                </a:solidFill>
                <a:latin typeface="Arial"/>
                <a:ea typeface="Arial"/>
                <a:cs typeface="Arial"/>
              </a:rPr>
              <a:t>SQLite</a:t>
            </a:r>
          </a:p>
        </p:txBody>
      </p:sp>
      <p:pic>
        <p:nvPicPr>
          <p:cNvPr id="110" name=""/>
          <p:cNvPicPr>
            <a:picLocks xmlns:a="http://schemas.openxmlformats.org/drawingml/2006/main" noChangeAspect="1"/>
          </p:cNvPicPr>
          <p:nvPr/>
        </p:nvPicPr>
        <p:blipFill>
          <a:blip xmlns:r="http://schemas.openxmlformats.org/officeDocument/2006/relationships" xmlns:a="http://schemas.openxmlformats.org/drawingml/2006/main" r:embed="R863a480367204092">
            <a:extLst>
              <a:ext uri="{96DAC541-7B7A-43D3-8B79-37D633B846F1}">
                <asvg:svgBlip xmlns:asvg="http://schemas.microsoft.com/office/drawing/2016/SVG/main" r:embed="R1936b7c1f5654bc0"/>
              </a:ext>
            </a:extLst>
          </a:blip>
          <a:stretch xmlns:a="http://schemas.openxmlformats.org/drawingml/2006/main"/>
        </p:blipFill>
        <p:spPr>
          <a:xfrm xmlns:a="http://schemas.openxmlformats.org/drawingml/2006/main">
            <a:off x="9810750" y="6153150"/>
            <a:ext cx="228600" cy="228600"/>
          </a:xfrm>
          <a:prstGeom xmlns:a="http://schemas.openxmlformats.org/drawingml/2006/main" prst="rect">
            <a:avLst/>
          </a:prstGeom>
        </p:spPr>
      </p:pic>
      <p:sp>
        <p:nvSpPr>
          <p:cNvPr id="55" name="">
            <a:extLst xmlns:a="http://schemas.openxmlformats.org/drawingml/2006/main">
              <a:ext uri="{FF2B5EF4-FFF2-40B4-BE49-F238E27FC236}">
                <a16:creationId xmlns:a16="http://schemas.microsoft.com/office/drawing/2014/main" id="{D998F392-23C1-4669-9D07-D4EA8E0873EB}"/>
              </a:ext>
            </a:extLst>
          </p:cNvPr>
          <p:cNvSpPr>
            <a:spLocks xmlns:a="http://schemas.openxmlformats.org/drawingml/2006/main" noGrp="1"/>
          </p:cNvSpPr>
          <p:nvPr/>
        </p:nvSpPr>
        <p:spPr>
          <a:xfrm xmlns:a="http://schemas.openxmlformats.org/drawingml/2006/main">
            <a:off x="10115550" y="6191250"/>
            <a:ext cx="1209675" cy="228600"/>
          </a:xfrm>
          <a:prstGeom xmlns:a="http://schemas.openxmlformats.org/drawingml/2006/main" prst="roundRect">
            <a:avLst>
              <a:gd name="adj" fmla="val 50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52667B"/>
                </a:solidFill>
                <a:latin typeface="Arial"/>
                <a:ea typeface="Arial"/>
                <a:cs typeface="Arial"/>
              </a:defRPr>
            </a:pPr>
            <a:r>
              <a:rPr sz="1200" b="1">
                <a:solidFill>
                  <a:srgbClr val="52667B"/>
                </a:solidFill>
                <a:latin typeface="Arial"/>
                <a:ea typeface="Arial"/>
                <a:cs typeface="Arial"/>
              </a:rPr>
              <a:t>scikit-learn</a:t>
            </a:r>
          </a:p>
        </p:txBody>
      </p:sp>
      <p:sp>
        <p:nvSpPr>
          <p:cNvPr id="56" name="">
            <a:extLst xmlns:a="http://schemas.openxmlformats.org/drawingml/2006/main">
              <a:ext uri="{FF2B5EF4-FFF2-40B4-BE49-F238E27FC236}">
                <a16:creationId xmlns:a16="http://schemas.microsoft.com/office/drawing/2014/main" id="{7D707D2A-CA90-44CB-BD3D-13AF095C5670}"/>
              </a:ext>
            </a:extLst>
          </p:cNvPr>
          <p:cNvSpPr>
            <a:spLocks xmlns:a="http://schemas.openxmlformats.org/drawingml/2006/main" noGrp="1"/>
          </p:cNvSpPr>
          <p:nvPr/>
        </p:nvSpPr>
        <p:spPr>
          <a:xfrm xmlns:a="http://schemas.openxmlformats.org/drawingml/2006/main">
            <a:off x="419100" y="6191250"/>
            <a:ext cx="857250" cy="228600"/>
          </a:xfrm>
          <a:prstGeom xmlns:a="http://schemas.openxmlformats.org/drawingml/2006/main" prst="roundRect">
            <a:avLst>
              <a:gd name="adj" fmla="val 50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2868B2"/>
                </a:solidFill>
                <a:latin typeface="Arial"/>
                <a:ea typeface="Arial"/>
                <a:cs typeface="Arial"/>
              </a:defRPr>
            </a:pPr>
            <a:r>
              <a:rPr sz="1200" b="1">
                <a:solidFill>
                  <a:srgbClr val="2868B2"/>
                </a:solidFill>
                <a:latin typeface="Arial"/>
                <a:ea typeface="Arial"/>
                <a:cs typeface="Arial"/>
              </a:rPr>
              <a:t>STACK</a:t>
            </a:r>
          </a:p>
        </p:txBody>
      </p:sp>
    </p:spTree>
    <p:extLst>
      <p:ext uri="{BB962C8B-B14F-4D97-AF65-F5344CB8AC3E}">
        <p14:creationId xmlns:p14="http://schemas.microsoft.com/office/powerpoint/2010/main" val="189591053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6D4E6A42-2642-40D0-9D30-D26A1EB03097}"/>
              </a:ext>
            </a:extLst>
          </p:cNvPr>
          <p:cNvSpPr>
            <a:spLocks xmlns:a="http://schemas.openxmlformats.org/drawingml/2006/main" noGrp="1"/>
          </p:cNvSpPr>
          <p:nvPr/>
        </p:nvSpPr>
        <p:spPr>
          <a:xfrm xmlns:a="http://schemas.openxmlformats.org/drawingml/2006/main">
            <a:off x="419100" y="257175"/>
            <a:ext cx="1809750" cy="257175"/>
          </a:xfrm>
          <a:prstGeom xmlns:a="http://schemas.openxmlformats.org/drawingml/2006/main" prst="roundRect">
            <a:avLst>
              <a:gd name="adj" fmla="val 44444"/>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2868B2"/>
                </a:solidFill>
                <a:latin typeface="Arial"/>
                <a:ea typeface="Arial"/>
                <a:cs typeface="Arial"/>
              </a:defRPr>
            </a:pPr>
            <a:r>
              <a:rPr sz="1350" b="1">
                <a:solidFill>
                  <a:srgbClr val="2868B2"/>
                </a:solidFill>
                <a:latin typeface="Arial"/>
                <a:ea typeface="Arial"/>
                <a:cs typeface="Arial"/>
              </a:rPr>
              <a:t>OFF BY ONE</a:t>
            </a:r>
          </a:p>
        </p:txBody>
      </p:sp>
      <p:sp>
        <p:nvSpPr>
          <p:cNvPr id="2" name="">
            <a:extLst xmlns:a="http://schemas.openxmlformats.org/drawingml/2006/main">
              <a:ext uri="{FF2B5EF4-FFF2-40B4-BE49-F238E27FC236}">
                <a16:creationId xmlns:a16="http://schemas.microsoft.com/office/drawing/2014/main" id="{04B17523-B14B-48BF-8AE0-ADDA5D19B644}"/>
              </a:ext>
            </a:extLst>
          </p:cNvPr>
          <p:cNvSpPr>
            <a:spLocks xmlns:a="http://schemas.openxmlformats.org/drawingml/2006/main" noGrp="1"/>
          </p:cNvSpPr>
          <p:nvPr/>
        </p:nvSpPr>
        <p:spPr>
          <a:xfrm xmlns:a="http://schemas.openxmlformats.org/drawingml/2006/main">
            <a:off x="2381250" y="209550"/>
            <a:ext cx="6953250" cy="495300"/>
          </a:xfrm>
          <a:prstGeom xmlns:a="http://schemas.openxmlformats.org/drawingml/2006/main" prst="roundRect">
            <a:avLst>
              <a:gd name="adj" fmla="val 23077"/>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FEASIBILITY &amp; VIABILITY</a:t>
            </a: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7ec7a023eb0d42fa"/>
          <a:stretch xmlns:a="http://schemas.openxmlformats.org/drawingml/2006/main"/>
        </p:blipFill>
        <p:spPr>
          <a:xfrm xmlns:a="http://schemas.openxmlformats.org/drawingml/2006/main">
            <a:off x="10334625" y="148332"/>
            <a:ext cx="1428750" cy="674887"/>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1B89412-3C14-4AEF-91BC-DFD742FF7203}"/>
              </a:ext>
            </a:extLst>
          </p:cNvPr>
          <p:cNvSpPr>
            <a:spLocks xmlns:a="http://schemas.openxmlformats.org/drawingml/2006/main" noGrp="1"/>
          </p:cNvSpPr>
          <p:nvPr/>
        </p:nvSpPr>
        <p:spPr>
          <a:xfrm xmlns:a="http://schemas.openxmlformats.org/drawingml/2006/main">
            <a:off x="419100" y="895350"/>
            <a:ext cx="11353800" cy="19050"/>
          </a:xfrm>
          <a:prstGeom xmlns:a="http://schemas.openxmlformats.org/drawingml/2006/main" prst="roundRect">
            <a:avLst>
              <a:gd name="adj" fmla="val 50000"/>
            </a:avLst>
          </a:prstGeom>
          <a:solidFill xmlns:a="http://schemas.openxmlformats.org/drawingml/2006/main">
            <a:srgbClr val="CDDBE8"/>
          </a:solidFill>
          <a:ln xmlns:a="http://schemas.openxmlformats.org/drawingml/2006/main" w="15240">
            <a:noFill/>
          </a:ln>
        </p:spPr>
      </p:sp>
      <p:sp>
        <p:nvSpPr>
          <p:cNvPr id="5" name="">
            <a:extLst xmlns:a="http://schemas.openxmlformats.org/drawingml/2006/main">
              <a:ext uri="{FF2B5EF4-FFF2-40B4-BE49-F238E27FC236}">
                <a16:creationId xmlns:a16="http://schemas.microsoft.com/office/drawing/2014/main" id="{5CCF22DC-17BF-456F-8C56-260C1390617D}"/>
              </a:ext>
            </a:extLst>
          </p:cNvPr>
          <p:cNvSpPr>
            <a:spLocks xmlns:a="http://schemas.openxmlformats.org/drawingml/2006/main" noGrp="1"/>
          </p:cNvSpPr>
          <p:nvPr/>
        </p:nvSpPr>
        <p:spPr>
          <a:xfrm xmlns:a="http://schemas.openxmlformats.org/drawingml/2006/main">
            <a:off x="419100" y="1066800"/>
            <a:ext cx="11287125" cy="400050"/>
          </a:xfrm>
          <a:prstGeom xmlns:a="http://schemas.openxmlformats.org/drawingml/2006/main" prst="roundRect">
            <a:avLst>
              <a:gd name="adj" fmla="val 28571"/>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2667B"/>
                </a:solidFill>
                <a:latin typeface="Arial"/>
                <a:ea typeface="Arial"/>
                <a:cs typeface="Arial"/>
              </a:defRPr>
            </a:pPr>
            <a:r>
              <a:rPr sz="1650" b="0">
                <a:solidFill>
                  <a:srgbClr val="52667B"/>
                </a:solidFill>
                <a:latin typeface="Arial"/>
                <a:ea typeface="Arial"/>
                <a:cs typeface="Arial"/>
              </a:rPr>
              <a:t>A working software prototype with a defined path to field validation.</a:t>
            </a:r>
          </a:p>
        </p:txBody>
      </p:sp>
      <p:sp>
        <p:nvSpPr>
          <p:cNvPr id="6" name="">
            <a:extLst xmlns:a="http://schemas.openxmlformats.org/drawingml/2006/main">
              <a:ext uri="{FF2B5EF4-FFF2-40B4-BE49-F238E27FC236}">
                <a16:creationId xmlns:a16="http://schemas.microsoft.com/office/drawing/2014/main" id="{A41B96BE-6006-4CA0-A3B2-7DC2AFC02A34}"/>
              </a:ext>
            </a:extLst>
          </p:cNvPr>
          <p:cNvSpPr>
            <a:spLocks xmlns:a="http://schemas.openxmlformats.org/drawingml/2006/main" noGrp="1"/>
          </p:cNvSpPr>
          <p:nvPr/>
        </p:nvSpPr>
        <p:spPr>
          <a:xfrm xmlns:a="http://schemas.openxmlformats.org/drawingml/2006/main">
            <a:off x="0" y="6496050"/>
            <a:ext cx="12192000" cy="361950"/>
          </a:xfrm>
          <a:prstGeom xmlns:a="http://schemas.openxmlformats.org/drawingml/2006/main" prst="roundRect">
            <a:avLst>
              <a:gd name="adj" fmla="val 31579"/>
            </a:avLst>
          </a:prstGeom>
          <a:solidFill xmlns:a="http://schemas.openxmlformats.org/drawingml/2006/main">
            <a:srgbClr val="2868B2"/>
          </a:solidFill>
          <a:ln xmlns:a="http://schemas.openxmlformats.org/drawingml/2006/main" w="15240">
            <a:noFill/>
          </a:ln>
        </p:spPr>
      </p:sp>
      <p:sp>
        <p:nvSpPr>
          <p:cNvPr id="7" name="">
            <a:extLst xmlns:a="http://schemas.openxmlformats.org/drawingml/2006/main">
              <a:ext uri="{FF2B5EF4-FFF2-40B4-BE49-F238E27FC236}">
                <a16:creationId xmlns:a16="http://schemas.microsoft.com/office/drawing/2014/main" id="{E8B86537-0FC9-4ABE-BD64-8870BA61C764}"/>
              </a:ext>
            </a:extLst>
          </p:cNvPr>
          <p:cNvSpPr>
            <a:spLocks xmlns:a="http://schemas.openxmlformats.org/drawingml/2006/main" noGrp="1"/>
          </p:cNvSpPr>
          <p:nvPr/>
        </p:nvSpPr>
        <p:spPr>
          <a:xfrm xmlns:a="http://schemas.openxmlformats.org/drawingml/2006/main">
            <a:off x="419100" y="6600825"/>
            <a:ext cx="6667500" cy="190500"/>
          </a:xfrm>
          <a:prstGeom xmlns:a="http://schemas.openxmlformats.org/drawingml/2006/main" prst="roundRect">
            <a:avLst>
              <a:gd name="adj" fmla="val 50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FFFFFF"/>
                </a:solidFill>
                <a:latin typeface="Arial"/>
                <a:ea typeface="Arial"/>
                <a:cs typeface="Arial"/>
              </a:defRPr>
            </a:pPr>
            <a:r>
              <a:rPr sz="1050" b="1">
                <a:solidFill>
                  <a:srgbClr val="FFFFFF"/>
                </a:solidFill>
                <a:latin typeface="Arial"/>
                <a:ea typeface="Arial"/>
                <a:cs typeface="Arial"/>
              </a:rPr>
              <a:t>SKYGUARD  /  SIH26073</a:t>
            </a:r>
          </a:p>
        </p:txBody>
      </p:sp>
      <p:sp>
        <p:nvSpPr>
          <p:cNvPr id="8" name="">
            <a:extLst xmlns:a="http://schemas.openxmlformats.org/drawingml/2006/main">
              <a:ext uri="{FF2B5EF4-FFF2-40B4-BE49-F238E27FC236}">
                <a16:creationId xmlns:a16="http://schemas.microsoft.com/office/drawing/2014/main" id="{A8F5801C-5613-4FB4-A659-0A15FDCC3C2F}"/>
              </a:ext>
            </a:extLst>
          </p:cNvPr>
          <p:cNvSpPr>
            <a:spLocks xmlns:a="http://schemas.openxmlformats.org/drawingml/2006/main" noGrp="1"/>
          </p:cNvSpPr>
          <p:nvPr/>
        </p:nvSpPr>
        <p:spPr>
          <a:xfrm xmlns:a="http://schemas.openxmlformats.org/drawingml/2006/main">
            <a:off x="11287125" y="6572250"/>
            <a:ext cx="476250" cy="228600"/>
          </a:xfrm>
          <a:prstGeom xmlns:a="http://schemas.openxmlformats.org/drawingml/2006/main" prst="roundRect">
            <a:avLst>
              <a:gd name="adj" fmla="val 50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FFFFFF"/>
                </a:solidFill>
                <a:latin typeface="Arial"/>
                <a:ea typeface="Arial"/>
                <a:cs typeface="Arial"/>
              </a:defRPr>
            </a:pPr>
            <a:r>
              <a:rPr sz="1350" b="1">
                <a:solidFill>
                  <a:srgbClr val="FFFFFF"/>
                </a:solidFill>
                <a:latin typeface="Arial"/>
                <a:ea typeface="Arial"/>
                <a:cs typeface="Arial"/>
              </a:rPr>
              <a:t>04</a:t>
            </a:r>
          </a:p>
        </p:txBody>
      </p:sp>
      <p:sp>
        <p:nvSpPr>
          <p:cNvPr id="9" name="">
            <a:extLst xmlns:a="http://schemas.openxmlformats.org/drawingml/2006/main">
              <a:ext uri="{FF2B5EF4-FFF2-40B4-BE49-F238E27FC236}">
                <a16:creationId xmlns:a16="http://schemas.microsoft.com/office/drawing/2014/main" id="{8272CB65-5F48-4030-859D-5D2C8AE580DD}"/>
              </a:ext>
            </a:extLst>
          </p:cNvPr>
          <p:cNvSpPr>
            <a:spLocks xmlns:a="http://schemas.openxmlformats.org/drawingml/2006/main" noGrp="1"/>
          </p:cNvSpPr>
          <p:nvPr/>
        </p:nvSpPr>
        <p:spPr>
          <a:xfrm xmlns:a="http://schemas.openxmlformats.org/drawingml/2006/main">
            <a:off x="419100" y="1628775"/>
            <a:ext cx="5210175" cy="1238250"/>
          </a:xfrm>
          <a:prstGeom xmlns:a="http://schemas.openxmlformats.org/drawingml/2006/main" prst="roundRect">
            <a:avLst>
              <a:gd name="adj" fmla="val 9231"/>
            </a:avLst>
          </a:prstGeom>
          <a:solidFill xmlns:a="http://schemas.openxmlformats.org/drawingml/2006/main">
            <a:srgbClr val="EEF5FD"/>
          </a:solidFill>
          <a:ln xmlns:a="http://schemas.openxmlformats.org/drawingml/2006/main" w="15240">
            <a:solidFill>
              <a:srgbClr val="2868B2"/>
            </a:solidFill>
          </a:ln>
        </p:spPr>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6d1a273a3ab2484b">
            <a:extLst>
              <a:ext uri="{96DAC541-7B7A-43D3-8B79-37D633B846F1}">
                <asvg:svgBlip xmlns:asvg="http://schemas.microsoft.com/office/drawing/2016/SVG/main" r:embed="R59dc0a3acd0749f1"/>
              </a:ext>
            </a:extLst>
          </a:blip>
          <a:stretch xmlns:a="http://schemas.openxmlformats.org/drawingml/2006/main"/>
        </p:blipFill>
        <p:spPr>
          <a:xfrm xmlns:a="http://schemas.openxmlformats.org/drawingml/2006/main">
            <a:off x="590550" y="1800225"/>
            <a:ext cx="285750" cy="28575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4DEE2D72-8F69-4D2E-A22F-C609B43A4D4F}"/>
              </a:ext>
            </a:extLst>
          </p:cNvPr>
          <p:cNvSpPr>
            <a:spLocks xmlns:a="http://schemas.openxmlformats.org/drawingml/2006/main" noGrp="1"/>
          </p:cNvSpPr>
          <p:nvPr/>
        </p:nvSpPr>
        <p:spPr>
          <a:xfrm xmlns:a="http://schemas.openxmlformats.org/drawingml/2006/main">
            <a:off x="990600" y="1809750"/>
            <a:ext cx="4467225" cy="457200"/>
          </a:xfrm>
          <a:prstGeom xmlns:a="http://schemas.openxmlformats.org/drawingml/2006/main" prst="roundRect">
            <a:avLst>
              <a:gd name="adj" fmla="val 25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Technical feasibility</a:t>
            </a:r>
          </a:p>
        </p:txBody>
      </p:sp>
      <p:sp>
        <p:nvSpPr>
          <p:cNvPr id="12" name="">
            <a:extLst xmlns:a="http://schemas.openxmlformats.org/drawingml/2006/main">
              <a:ext uri="{FF2B5EF4-FFF2-40B4-BE49-F238E27FC236}">
                <a16:creationId xmlns:a16="http://schemas.microsoft.com/office/drawing/2014/main" id="{12DC444D-EF02-4441-9A69-FEFCF31CA203}"/>
              </a:ext>
            </a:extLst>
          </p:cNvPr>
          <p:cNvSpPr>
            <a:spLocks xmlns:a="http://schemas.openxmlformats.org/drawingml/2006/main" noGrp="1"/>
          </p:cNvSpPr>
          <p:nvPr/>
        </p:nvSpPr>
        <p:spPr>
          <a:xfrm xmlns:a="http://schemas.openxmlformats.org/drawingml/2006/main">
            <a:off x="609600" y="2219325"/>
            <a:ext cx="4829175" cy="609600"/>
          </a:xfrm>
          <a:prstGeom xmlns:a="http://schemas.openxmlformats.org/drawingml/2006/main" prst="roundRect">
            <a:avLst>
              <a:gd name="adj" fmla="val 1875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67B"/>
                </a:solidFill>
                <a:latin typeface="Arial"/>
                <a:ea typeface="Arial"/>
                <a:cs typeface="Arial"/>
              </a:defRPr>
            </a:pPr>
            <a:r>
              <a:rPr sz="1500" b="0">
                <a:solidFill>
                  <a:srgbClr val="52667B"/>
                </a:solidFill>
                <a:latin typeface="Arial"/>
                <a:ea typeface="Arial"/>
                <a:cs typeface="Arial"/>
              </a:rPr>
              <a:t>Integrated map, reports and anomaly checks;</a:t>
            </a:r>
          </a:p>
          <a:p xmlns:a="http://schemas.openxmlformats.org/drawingml/2006/main">
            <a:pPr algn="l">
              <a:defRPr sz="1500" b="0">
                <a:solidFill>
                  <a:srgbClr val="52667B"/>
                </a:solidFill>
                <a:latin typeface="Arial"/>
                <a:ea typeface="Arial"/>
                <a:cs typeface="Arial"/>
              </a:defRPr>
            </a:pPr>
            <a:r>
              <a:rPr sz="1500" b="0">
                <a:solidFill>
                  <a:srgbClr val="52667B"/>
                </a:solidFill>
                <a:latin typeface="Arial"/>
                <a:ea typeface="Arial"/>
                <a:cs typeface="Arial"/>
              </a:rPr>
              <a:t>500 simulated stations with historical observations.</a:t>
            </a:r>
          </a:p>
        </p:txBody>
      </p:sp>
      <p:sp>
        <p:nvSpPr>
          <p:cNvPr id="13" name="">
            <a:extLst xmlns:a="http://schemas.openxmlformats.org/drawingml/2006/main">
              <a:ext uri="{FF2B5EF4-FFF2-40B4-BE49-F238E27FC236}">
                <a16:creationId xmlns:a16="http://schemas.microsoft.com/office/drawing/2014/main" id="{9D64BF41-A58E-4927-B70B-5DACEE50EFFE}"/>
              </a:ext>
            </a:extLst>
          </p:cNvPr>
          <p:cNvSpPr>
            <a:spLocks xmlns:a="http://schemas.openxmlformats.org/drawingml/2006/main" noGrp="1"/>
          </p:cNvSpPr>
          <p:nvPr/>
        </p:nvSpPr>
        <p:spPr>
          <a:xfrm xmlns:a="http://schemas.openxmlformats.org/drawingml/2006/main">
            <a:off x="419100" y="3057525"/>
            <a:ext cx="5210175" cy="1238250"/>
          </a:xfrm>
          <a:prstGeom xmlns:a="http://schemas.openxmlformats.org/drawingml/2006/main" prst="roundRect">
            <a:avLst>
              <a:gd name="adj" fmla="val 9231"/>
            </a:avLst>
          </a:prstGeom>
          <a:solidFill xmlns:a="http://schemas.openxmlformats.org/drawingml/2006/main">
            <a:srgbClr val="EDF8F5"/>
          </a:solidFill>
          <a:ln xmlns:a="http://schemas.openxmlformats.org/drawingml/2006/main" w="15240">
            <a:solidFill>
              <a:srgbClr val="168B83"/>
            </a:solidFill>
          </a:ln>
        </p:spPr>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c3acae5a2d5e4919">
            <a:extLst>
              <a:ext uri="{96DAC541-7B7A-43D3-8B79-37D633B846F1}">
                <asvg:svgBlip xmlns:asvg="http://schemas.microsoft.com/office/drawing/2016/SVG/main" r:embed="Rc5d5f8e92a694f62"/>
              </a:ext>
            </a:extLst>
          </a:blip>
          <a:stretch xmlns:a="http://schemas.openxmlformats.org/drawingml/2006/main"/>
        </p:blipFill>
        <p:spPr>
          <a:xfrm xmlns:a="http://schemas.openxmlformats.org/drawingml/2006/main">
            <a:off x="590550" y="3228975"/>
            <a:ext cx="285750" cy="28575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9A410032-79B2-4363-BCED-1D1884B6DAE8}"/>
              </a:ext>
            </a:extLst>
          </p:cNvPr>
          <p:cNvSpPr>
            <a:spLocks xmlns:a="http://schemas.openxmlformats.org/drawingml/2006/main" noGrp="1"/>
          </p:cNvSpPr>
          <p:nvPr/>
        </p:nvSpPr>
        <p:spPr>
          <a:xfrm xmlns:a="http://schemas.openxmlformats.org/drawingml/2006/main">
            <a:off x="990600" y="3238500"/>
            <a:ext cx="4467225" cy="457200"/>
          </a:xfrm>
          <a:prstGeom xmlns:a="http://schemas.openxmlformats.org/drawingml/2006/main" prst="roundRect">
            <a:avLst>
              <a:gd name="adj" fmla="val 25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Operational viability</a:t>
            </a:r>
          </a:p>
        </p:txBody>
      </p:sp>
      <p:sp>
        <p:nvSpPr>
          <p:cNvPr id="16" name="">
            <a:extLst xmlns:a="http://schemas.openxmlformats.org/drawingml/2006/main">
              <a:ext uri="{FF2B5EF4-FFF2-40B4-BE49-F238E27FC236}">
                <a16:creationId xmlns:a16="http://schemas.microsoft.com/office/drawing/2014/main" id="{0DAB9213-9F29-4F04-A39F-A2E787B83F46}"/>
              </a:ext>
            </a:extLst>
          </p:cNvPr>
          <p:cNvSpPr>
            <a:spLocks xmlns:a="http://schemas.openxmlformats.org/drawingml/2006/main" noGrp="1"/>
          </p:cNvSpPr>
          <p:nvPr/>
        </p:nvSpPr>
        <p:spPr>
          <a:xfrm xmlns:a="http://schemas.openxmlformats.org/drawingml/2006/main">
            <a:off x="609600" y="3648075"/>
            <a:ext cx="4829175" cy="609600"/>
          </a:xfrm>
          <a:prstGeom xmlns:a="http://schemas.openxmlformats.org/drawingml/2006/main" prst="roundRect">
            <a:avLst>
              <a:gd name="adj" fmla="val 1875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67B"/>
                </a:solidFill>
                <a:latin typeface="Arial"/>
                <a:ea typeface="Arial"/>
                <a:cs typeface="Arial"/>
              </a:defRPr>
            </a:pPr>
            <a:r>
              <a:rPr sz="1500" b="0">
                <a:solidFill>
                  <a:srgbClr val="52667B"/>
                </a:solidFill>
                <a:latin typeface="Arial"/>
                <a:ea typeface="Arial"/>
                <a:cs typeface="Arial"/>
              </a:rPr>
              <a:t>Open-source stack and existing T/P/RH inputs.</a:t>
            </a:r>
          </a:p>
          <a:p xmlns:a="http://schemas.openxmlformats.org/drawingml/2006/main">
            <a:pPr algn="l">
              <a:defRPr sz="1500" b="0">
                <a:solidFill>
                  <a:srgbClr val="52667B"/>
                </a:solidFill>
                <a:latin typeface="Arial"/>
                <a:ea typeface="Arial"/>
                <a:cs typeface="Arial"/>
              </a:defRPr>
            </a:pPr>
            <a:r>
              <a:rPr sz="1500" b="0">
                <a:solidFill>
                  <a:srgbClr val="52667B"/>
                </a:solidFill>
                <a:latin typeface="Arial"/>
                <a:ea typeface="Arial"/>
                <a:cs typeface="Arial"/>
              </a:rPr>
              <a:t>Deployment and support costs need pilot measurement.</a:t>
            </a:r>
          </a:p>
        </p:txBody>
      </p:sp>
      <p:cxnSp>
        <p:nvCxnSpPr>
          <p:cNvPr id="58" name=""/>
          <p:cNvCxnSpPr>
            <a:stCxn xmlns:a="http://schemas.openxmlformats.org/drawingml/2006/main" id="9" idx="2"/>
            <a:endCxn xmlns:a="http://schemas.openxmlformats.org/drawingml/2006/main" id="13" idx="0"/>
          </p:cNvCxnSpPr>
          <p:nvPr/>
        </p:nvCxnSpPr>
        <p:spPr>
          <a:xfrm xmlns:a="http://schemas.openxmlformats.org/drawingml/2006/main">
            <a:off x="3024188" y="2867025"/>
            <a:ext cx="0" cy="190500"/>
          </a:xfrm>
          <a:prstGeom xmlns:a="http://schemas.openxmlformats.org/drawingml/2006/main" prst="straightConnector1">
            <a:avLst/>
          </a:prstGeom>
          <a:ln xmlns:a="http://schemas.openxmlformats.org/drawingml/2006/main" w="20955">
            <a:solidFill>
              <a:srgbClr val="168B83"/>
            </a:solidFill>
            <a:tailEnd type="triangle" w="sm" len="sm"/>
          </a:ln>
        </p:spPr>
      </p:cxnSp>
      <p:sp>
        <p:nvSpPr>
          <p:cNvPr id="18" name="">
            <a:extLst xmlns:a="http://schemas.openxmlformats.org/drawingml/2006/main">
              <a:ext uri="{FF2B5EF4-FFF2-40B4-BE49-F238E27FC236}">
                <a16:creationId xmlns:a16="http://schemas.microsoft.com/office/drawing/2014/main" id="{431328DA-94DF-4A34-8923-B5BAD9E72BA0}"/>
              </a:ext>
            </a:extLst>
          </p:cNvPr>
          <p:cNvSpPr>
            <a:spLocks xmlns:a="http://schemas.openxmlformats.org/drawingml/2006/main" noGrp="1"/>
          </p:cNvSpPr>
          <p:nvPr/>
        </p:nvSpPr>
        <p:spPr>
          <a:xfrm xmlns:a="http://schemas.openxmlformats.org/drawingml/2006/main">
            <a:off x="419100" y="4505325"/>
            <a:ext cx="5334000" cy="304800"/>
          </a:xfrm>
          <a:prstGeom xmlns:a="http://schemas.openxmlformats.org/drawingml/2006/main" prst="roundRect">
            <a:avLst>
              <a:gd name="adj" fmla="val 375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1">
                <a:solidFill>
                  <a:srgbClr val="2868B2"/>
                </a:solidFill>
                <a:latin typeface="Arial"/>
                <a:ea typeface="Arial"/>
                <a:cs typeface="Arial"/>
              </a:defRPr>
            </a:pPr>
            <a:r>
              <a:rPr sz="1500" b="1">
                <a:solidFill>
                  <a:srgbClr val="2868B2"/>
                </a:solidFill>
                <a:latin typeface="Arial"/>
                <a:ea typeface="Arial"/>
                <a:cs typeface="Arial"/>
              </a:rPr>
              <a:t>FAULT RECALL (%) · PAIRED SYNTHETIC TEST</a:t>
            </a:r>
          </a:p>
        </p:txBody>
      </p:sp>
      <p:graphicFrame>
        <p:nvGraphicFramePr>
          <p:cNvPr id="60" name="Chart"/>
          <p:cNvGraphicFramePr/>
          <p:nvPr/>
        </p:nvGraphicFramePr>
        <p:xfrm>
          <a:off xmlns:a="http://schemas.openxmlformats.org/drawingml/2006/main" x="419100" y="4857750"/>
          <a:ext xmlns:a="http://schemas.openxmlformats.org/drawingml/2006/main" cx="5143500" cy="1104900"/>
        </p:xfrm>
        <a:graphic xmlns:a="http://schemas.openxmlformats.org/drawingml/2006/main">
          <a:graphicData uri="http://schemas.openxmlformats.org/drawingml/2006/chart">
            <c:chart xmlns:r="http://schemas.openxmlformats.org/officeDocument/2006/relationships" xmlns:c="http://schemas.openxmlformats.org/drawingml/2006/chart" r:id="R8112e5f3a65d4d2f"/>
          </a:graphicData>
        </a:graphic>
      </p:graphicFrame>
      <p:sp>
        <p:nvSpPr>
          <p:cNvPr id="20" name="">
            <a:extLst xmlns:a="http://schemas.openxmlformats.org/drawingml/2006/main">
              <a:ext uri="{FF2B5EF4-FFF2-40B4-BE49-F238E27FC236}">
                <a16:creationId xmlns:a16="http://schemas.microsoft.com/office/drawing/2014/main" id="{88744286-4D9A-480F-BCF4-3E02C2F18586}"/>
              </a:ext>
            </a:extLst>
          </p:cNvPr>
          <p:cNvSpPr>
            <a:spLocks xmlns:a="http://schemas.openxmlformats.org/drawingml/2006/main" noGrp="1"/>
          </p:cNvSpPr>
          <p:nvPr/>
        </p:nvSpPr>
        <p:spPr>
          <a:xfrm xmlns:a="http://schemas.openxmlformats.org/drawingml/2006/main">
            <a:off x="419100" y="6067425"/>
            <a:ext cx="5762625" cy="257175"/>
          </a:xfrm>
          <a:prstGeom xmlns:a="http://schemas.openxmlformats.org/drawingml/2006/main" prst="roundRect">
            <a:avLst>
              <a:gd name="adj" fmla="val 44444"/>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2667B"/>
                </a:solidFill>
                <a:latin typeface="Arial"/>
                <a:ea typeface="Arial"/>
                <a:cs typeface="Arial"/>
              </a:defRPr>
            </a:pPr>
            <a:r>
              <a:rPr sz="1200" b="0">
                <a:solidFill>
                  <a:srgbClr val="52667B"/>
                </a:solidFill>
                <a:latin typeface="Arial"/>
                <a:ea typeface="Arial"/>
                <a:cs typeface="Arial"/>
              </a:rPr>
              <a:t>4,032 observations · 24 unseen station identities · 7 scenarios</a:t>
            </a:r>
          </a:p>
        </p:txBody>
      </p:sp>
      <p:sp>
        <p:nvSpPr>
          <p:cNvPr id="21" name="">
            <a:extLst xmlns:a="http://schemas.openxmlformats.org/drawingml/2006/main">
              <a:ext uri="{FF2B5EF4-FFF2-40B4-BE49-F238E27FC236}">
                <a16:creationId xmlns:a16="http://schemas.microsoft.com/office/drawing/2014/main" id="{45DBE28C-4D4E-4B79-A96F-75C5CEDC7755}"/>
              </a:ext>
            </a:extLst>
          </p:cNvPr>
          <p:cNvSpPr>
            <a:spLocks xmlns:a="http://schemas.openxmlformats.org/drawingml/2006/main" noGrp="1"/>
          </p:cNvSpPr>
          <p:nvPr/>
        </p:nvSpPr>
        <p:spPr>
          <a:xfrm xmlns:a="http://schemas.openxmlformats.org/drawingml/2006/main">
            <a:off x="6286500" y="1590675"/>
            <a:ext cx="2333625" cy="285750"/>
          </a:xfrm>
          <a:prstGeom xmlns:a="http://schemas.openxmlformats.org/drawingml/2006/main" prst="roundRect">
            <a:avLst>
              <a:gd name="adj" fmla="val 40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2868B2"/>
                </a:solidFill>
                <a:latin typeface="Arial"/>
                <a:ea typeface="Arial"/>
                <a:cs typeface="Arial"/>
              </a:defRPr>
            </a:pPr>
            <a:r>
              <a:rPr sz="1350" b="1">
                <a:solidFill>
                  <a:srgbClr val="2868B2"/>
                </a:solidFill>
                <a:latin typeface="Arial"/>
                <a:ea typeface="Arial"/>
                <a:cs typeface="Arial"/>
              </a:rPr>
              <a:t>CHALLENGE</a:t>
            </a:r>
          </a:p>
        </p:txBody>
      </p:sp>
      <p:sp>
        <p:nvSpPr>
          <p:cNvPr id="22" name="">
            <a:extLst xmlns:a="http://schemas.openxmlformats.org/drawingml/2006/main">
              <a:ext uri="{FF2B5EF4-FFF2-40B4-BE49-F238E27FC236}">
                <a16:creationId xmlns:a16="http://schemas.microsoft.com/office/drawing/2014/main" id="{2E1CB578-6E24-419A-879C-2DF3E8E64A2F}"/>
              </a:ext>
            </a:extLst>
          </p:cNvPr>
          <p:cNvSpPr>
            <a:spLocks xmlns:a="http://schemas.openxmlformats.org/drawingml/2006/main" noGrp="1"/>
          </p:cNvSpPr>
          <p:nvPr/>
        </p:nvSpPr>
        <p:spPr>
          <a:xfrm xmlns:a="http://schemas.openxmlformats.org/drawingml/2006/main">
            <a:off x="9286875" y="1590675"/>
            <a:ext cx="2428875" cy="285750"/>
          </a:xfrm>
          <a:prstGeom xmlns:a="http://schemas.openxmlformats.org/drawingml/2006/main" prst="roundRect">
            <a:avLst>
              <a:gd name="adj" fmla="val 40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168B83"/>
                </a:solidFill>
                <a:latin typeface="Arial"/>
                <a:ea typeface="Arial"/>
                <a:cs typeface="Arial"/>
              </a:defRPr>
            </a:pPr>
            <a:r>
              <a:rPr sz="1350" b="1">
                <a:solidFill>
                  <a:srgbClr val="168B83"/>
                </a:solidFill>
                <a:latin typeface="Arial"/>
                <a:ea typeface="Arial"/>
                <a:cs typeface="Arial"/>
              </a:rPr>
              <a:t>RESPONSE</a:t>
            </a:r>
          </a:p>
        </p:txBody>
      </p:sp>
      <p:sp>
        <p:nvSpPr>
          <p:cNvPr id="23" name="">
            <a:extLst xmlns:a="http://schemas.openxmlformats.org/drawingml/2006/main">
              <a:ext uri="{FF2B5EF4-FFF2-40B4-BE49-F238E27FC236}">
                <a16:creationId xmlns:a16="http://schemas.microsoft.com/office/drawing/2014/main" id="{47A30BBD-716C-4AD9-A9E3-EFCC67C2F2A6}"/>
              </a:ext>
            </a:extLst>
          </p:cNvPr>
          <p:cNvSpPr>
            <a:spLocks xmlns:a="http://schemas.openxmlformats.org/drawingml/2006/main" noGrp="1"/>
          </p:cNvSpPr>
          <p:nvPr/>
        </p:nvSpPr>
        <p:spPr>
          <a:xfrm xmlns:a="http://schemas.openxmlformats.org/drawingml/2006/main">
            <a:off x="6286500" y="2085975"/>
            <a:ext cx="2333625" cy="1057275"/>
          </a:xfrm>
          <a:prstGeom xmlns:a="http://schemas.openxmlformats.org/drawingml/2006/main" prst="roundRect">
            <a:avLst>
              <a:gd name="adj" fmla="val 10811"/>
            </a:avLst>
          </a:prstGeom>
          <a:solidFill xmlns:a="http://schemas.openxmlformats.org/drawingml/2006/main">
            <a:srgbClr val="FFF7E6"/>
          </a:solidFill>
          <a:ln xmlns:a="http://schemas.openxmlformats.org/drawingml/2006/main" w="15240">
            <a:solidFill>
              <a:srgbClr val="D69A24"/>
            </a:solidFill>
          </a:ln>
        </p:spPr>
      </p:sp>
      <p:pic>
        <p:nvPicPr>
          <p:cNvPr id="65" name=""/>
          <p:cNvPicPr>
            <a:picLocks xmlns:a="http://schemas.openxmlformats.org/drawingml/2006/main" noChangeAspect="1"/>
          </p:cNvPicPr>
          <p:nvPr/>
        </p:nvPicPr>
        <p:blipFill>
          <a:blip xmlns:r="http://schemas.openxmlformats.org/officeDocument/2006/relationships" xmlns:a="http://schemas.openxmlformats.org/drawingml/2006/main" r:embed="R743d3f09e0994a3f">
            <a:extLst>
              <a:ext uri="{96DAC541-7B7A-43D3-8B79-37D633B846F1}">
                <asvg:svgBlip xmlns:asvg="http://schemas.microsoft.com/office/drawing/2016/SVG/main" r:embed="Ree65ab0e839a4e45"/>
              </a:ext>
            </a:extLst>
          </a:blip>
          <a:stretch xmlns:a="http://schemas.openxmlformats.org/drawingml/2006/main"/>
        </p:blipFill>
        <p:spPr>
          <a:xfrm xmlns:a="http://schemas.openxmlformats.org/drawingml/2006/main">
            <a:off x="6457950" y="2257425"/>
            <a:ext cx="285750" cy="285750"/>
          </a:xfrm>
          <a:prstGeom xmlns:a="http://schemas.openxmlformats.org/drawingml/2006/main" prst="rect">
            <a:avLst/>
          </a:prstGeom>
        </p:spPr>
      </p:pic>
      <p:sp>
        <p:nvSpPr>
          <p:cNvPr id="25" name="">
            <a:extLst xmlns:a="http://schemas.openxmlformats.org/drawingml/2006/main">
              <a:ext uri="{FF2B5EF4-FFF2-40B4-BE49-F238E27FC236}">
                <a16:creationId xmlns:a16="http://schemas.microsoft.com/office/drawing/2014/main" id="{0ABF3A55-2D5C-405C-ADD3-DF063DB534B0}"/>
              </a:ext>
            </a:extLst>
          </p:cNvPr>
          <p:cNvSpPr>
            <a:spLocks xmlns:a="http://schemas.openxmlformats.org/drawingml/2006/main" noGrp="1"/>
          </p:cNvSpPr>
          <p:nvPr/>
        </p:nvSpPr>
        <p:spPr>
          <a:xfrm xmlns:a="http://schemas.openxmlformats.org/drawingml/2006/main">
            <a:off x="6858000" y="2266950"/>
            <a:ext cx="1590675" cy="457200"/>
          </a:xfrm>
          <a:prstGeom xmlns:a="http://schemas.openxmlformats.org/drawingml/2006/main" prst="roundRect">
            <a:avLst>
              <a:gd name="adj" fmla="val 25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Limited real data</a:t>
            </a:r>
          </a:p>
        </p:txBody>
      </p:sp>
      <p:sp>
        <p:nvSpPr>
          <p:cNvPr id="26" name="">
            <a:extLst xmlns:a="http://schemas.openxmlformats.org/drawingml/2006/main">
              <a:ext uri="{FF2B5EF4-FFF2-40B4-BE49-F238E27FC236}">
                <a16:creationId xmlns:a16="http://schemas.microsoft.com/office/drawing/2014/main" id="{5CC40CD8-FC8F-466D-849A-559217D95E9B}"/>
              </a:ext>
            </a:extLst>
          </p:cNvPr>
          <p:cNvSpPr>
            <a:spLocks xmlns:a="http://schemas.openxmlformats.org/drawingml/2006/main" noGrp="1"/>
          </p:cNvSpPr>
          <p:nvPr/>
        </p:nvSpPr>
        <p:spPr>
          <a:xfrm xmlns:a="http://schemas.openxmlformats.org/drawingml/2006/main">
            <a:off x="9201150" y="2085975"/>
            <a:ext cx="2571750" cy="1057275"/>
          </a:xfrm>
          <a:prstGeom xmlns:a="http://schemas.openxmlformats.org/drawingml/2006/main" prst="roundRect">
            <a:avLst>
              <a:gd name="adj" fmla="val 10811"/>
            </a:avLst>
          </a:prstGeom>
          <a:solidFill xmlns:a="http://schemas.openxmlformats.org/drawingml/2006/main">
            <a:srgbClr val="EDF8F5"/>
          </a:solidFill>
          <a:ln xmlns:a="http://schemas.openxmlformats.org/drawingml/2006/main" w="15240">
            <a:solidFill>
              <a:srgbClr val="168B83"/>
            </a:solidFill>
          </a:ln>
        </p:spPr>
      </p:sp>
      <p:sp>
        <p:nvSpPr>
          <p:cNvPr id="27" name="">
            <a:extLst xmlns:a="http://schemas.openxmlformats.org/drawingml/2006/main">
              <a:ext uri="{FF2B5EF4-FFF2-40B4-BE49-F238E27FC236}">
                <a16:creationId xmlns:a16="http://schemas.microsoft.com/office/drawing/2014/main" id="{143BDA6C-E58C-47BA-AF52-A57267C989AB}"/>
              </a:ext>
            </a:extLst>
          </p:cNvPr>
          <p:cNvSpPr>
            <a:spLocks xmlns:a="http://schemas.openxmlformats.org/drawingml/2006/main" noGrp="1"/>
          </p:cNvSpPr>
          <p:nvPr/>
        </p:nvSpPr>
        <p:spPr>
          <a:xfrm xmlns:a="http://schemas.openxmlformats.org/drawingml/2006/main">
            <a:off x="9372600" y="2371725"/>
            <a:ext cx="2228850" cy="685800"/>
          </a:xfrm>
          <a:prstGeom xmlns:a="http://schemas.openxmlformats.org/drawingml/2006/main" prst="roundRect">
            <a:avLst>
              <a:gd name="adj" fmla="val 16667"/>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17324D"/>
                </a:solidFill>
                <a:latin typeface="Arial"/>
                <a:ea typeface="Arial"/>
                <a:cs typeface="Arial"/>
              </a:defRPr>
            </a:pPr>
            <a:r>
              <a:rPr sz="1350" b="0">
                <a:solidFill>
                  <a:srgbClr val="17324D"/>
                </a:solidFill>
                <a:latin typeface="Arial"/>
                <a:ea typeface="Arial"/>
                <a:cs typeface="Arial"/>
              </a:rPr>
              <a:t>Connect real AWS data.</a:t>
            </a:r>
          </a:p>
          <a:p xmlns:a="http://schemas.openxmlformats.org/drawingml/2006/main">
            <a:pPr algn="l">
              <a:defRPr sz="1350" b="0">
                <a:solidFill>
                  <a:srgbClr val="17324D"/>
                </a:solidFill>
                <a:latin typeface="Arial"/>
                <a:ea typeface="Arial"/>
                <a:cs typeface="Arial"/>
              </a:defRPr>
            </a:pPr>
            <a:r>
              <a:rPr sz="1350" b="0">
                <a:solidFill>
                  <a:srgbClr val="17324D"/>
                </a:solidFill>
                <a:latin typeface="Arial"/>
                <a:ea typeface="Arial"/>
                <a:cs typeface="Arial"/>
              </a:rPr>
              <a:t>Label events with experts.</a:t>
            </a:r>
          </a:p>
        </p:txBody>
      </p:sp>
      <p:cxnSp>
        <p:nvCxnSpPr>
          <p:cNvPr id="69" name=""/>
          <p:cNvCxnSpPr>
            <a:stCxn xmlns:a="http://schemas.openxmlformats.org/drawingml/2006/main" id="23" idx="3"/>
            <a:endCxn xmlns:a="http://schemas.openxmlformats.org/drawingml/2006/main" id="26" idx="1"/>
          </p:cNvCxnSpPr>
          <p:nvPr/>
        </p:nvCxnSpPr>
        <p:spPr>
          <a:xfrm xmlns:a="http://schemas.openxmlformats.org/drawingml/2006/main">
            <a:off x="8620125" y="2614613"/>
            <a:ext cx="581025" cy="0"/>
          </a:xfrm>
          <a:prstGeom xmlns:a="http://schemas.openxmlformats.org/drawingml/2006/main" prst="straightConnector1">
            <a:avLst/>
          </a:prstGeom>
          <a:ln xmlns:a="http://schemas.openxmlformats.org/drawingml/2006/main" w="20955">
            <a:solidFill>
              <a:srgbClr val="168B83"/>
            </a:solidFill>
            <a:tailEnd type="triangle" w="sm" len="sm"/>
          </a:ln>
        </p:spPr>
      </p:cxnSp>
      <p:sp>
        <p:nvSpPr>
          <p:cNvPr id="29" name="">
            <a:extLst xmlns:a="http://schemas.openxmlformats.org/drawingml/2006/main">
              <a:ext uri="{FF2B5EF4-FFF2-40B4-BE49-F238E27FC236}">
                <a16:creationId xmlns:a16="http://schemas.microsoft.com/office/drawing/2014/main" id="{410A0087-4204-4AE1-B8F6-D33B96BA6ADC}"/>
              </a:ext>
            </a:extLst>
          </p:cNvPr>
          <p:cNvSpPr>
            <a:spLocks xmlns:a="http://schemas.openxmlformats.org/drawingml/2006/main" noGrp="1"/>
          </p:cNvSpPr>
          <p:nvPr/>
        </p:nvSpPr>
        <p:spPr>
          <a:xfrm xmlns:a="http://schemas.openxmlformats.org/drawingml/2006/main">
            <a:off x="6286500" y="3448050"/>
            <a:ext cx="2333625" cy="1057275"/>
          </a:xfrm>
          <a:prstGeom xmlns:a="http://schemas.openxmlformats.org/drawingml/2006/main" prst="roundRect">
            <a:avLst>
              <a:gd name="adj" fmla="val 10811"/>
            </a:avLst>
          </a:prstGeom>
          <a:solidFill xmlns:a="http://schemas.openxmlformats.org/drawingml/2006/main">
            <a:srgbClr val="FFF7E6"/>
          </a:solidFill>
          <a:ln xmlns:a="http://schemas.openxmlformats.org/drawingml/2006/main" w="15240">
            <a:solidFill>
              <a:srgbClr val="D69A24"/>
            </a:solidFill>
          </a:ln>
        </p:spPr>
      </p:sp>
      <p:pic>
        <p:nvPicPr>
          <p:cNvPr id="71" name=""/>
          <p:cNvPicPr>
            <a:picLocks xmlns:a="http://schemas.openxmlformats.org/drawingml/2006/main" noChangeAspect="1"/>
          </p:cNvPicPr>
          <p:nvPr/>
        </p:nvPicPr>
        <p:blipFill>
          <a:blip xmlns:r="http://schemas.openxmlformats.org/officeDocument/2006/relationships" xmlns:a="http://schemas.openxmlformats.org/drawingml/2006/main" r:embed="R541166861ba545ec">
            <a:extLst>
              <a:ext uri="{96DAC541-7B7A-43D3-8B79-37D633B846F1}">
                <asvg:svgBlip xmlns:asvg="http://schemas.microsoft.com/office/drawing/2016/SVG/main" r:embed="R6f48cf13056541de"/>
              </a:ext>
            </a:extLst>
          </a:blip>
          <a:stretch xmlns:a="http://schemas.openxmlformats.org/drawingml/2006/main"/>
        </p:blipFill>
        <p:spPr>
          <a:xfrm xmlns:a="http://schemas.openxmlformats.org/drawingml/2006/main">
            <a:off x="6457950" y="3619500"/>
            <a:ext cx="285750" cy="285750"/>
          </a:xfrm>
          <a:prstGeom xmlns:a="http://schemas.openxmlformats.org/drawingml/2006/main" prst="rect">
            <a:avLst/>
          </a:prstGeom>
        </p:spPr>
      </p:pic>
      <p:sp>
        <p:nvSpPr>
          <p:cNvPr id="31" name="">
            <a:extLst xmlns:a="http://schemas.openxmlformats.org/drawingml/2006/main">
              <a:ext uri="{FF2B5EF4-FFF2-40B4-BE49-F238E27FC236}">
                <a16:creationId xmlns:a16="http://schemas.microsoft.com/office/drawing/2014/main" id="{2A79E0F1-6A76-462F-80B5-5FFBE0185053}"/>
              </a:ext>
            </a:extLst>
          </p:cNvPr>
          <p:cNvSpPr>
            <a:spLocks xmlns:a="http://schemas.openxmlformats.org/drawingml/2006/main" noGrp="1"/>
          </p:cNvSpPr>
          <p:nvPr/>
        </p:nvSpPr>
        <p:spPr>
          <a:xfrm xmlns:a="http://schemas.openxmlformats.org/drawingml/2006/main">
            <a:off x="6858000" y="3629025"/>
            <a:ext cx="1590675" cy="457200"/>
          </a:xfrm>
          <a:prstGeom xmlns:a="http://schemas.openxmlformats.org/drawingml/2006/main" prst="roundRect">
            <a:avLst>
              <a:gd name="adj" fmla="val 25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Weather recall: 9.72%</a:t>
            </a:r>
          </a:p>
        </p:txBody>
      </p:sp>
      <p:sp>
        <p:nvSpPr>
          <p:cNvPr id="32" name="">
            <a:extLst xmlns:a="http://schemas.openxmlformats.org/drawingml/2006/main">
              <a:ext uri="{FF2B5EF4-FFF2-40B4-BE49-F238E27FC236}">
                <a16:creationId xmlns:a16="http://schemas.microsoft.com/office/drawing/2014/main" id="{8E4518F9-D252-47BA-BE14-ACD7CF5AD3F5}"/>
              </a:ext>
            </a:extLst>
          </p:cNvPr>
          <p:cNvSpPr>
            <a:spLocks xmlns:a="http://schemas.openxmlformats.org/drawingml/2006/main" noGrp="1"/>
          </p:cNvSpPr>
          <p:nvPr/>
        </p:nvSpPr>
        <p:spPr>
          <a:xfrm xmlns:a="http://schemas.openxmlformats.org/drawingml/2006/main">
            <a:off x="9201150" y="3448050"/>
            <a:ext cx="2571750" cy="1057275"/>
          </a:xfrm>
          <a:prstGeom xmlns:a="http://schemas.openxmlformats.org/drawingml/2006/main" prst="roundRect">
            <a:avLst>
              <a:gd name="adj" fmla="val 10811"/>
            </a:avLst>
          </a:prstGeom>
          <a:solidFill xmlns:a="http://schemas.openxmlformats.org/drawingml/2006/main">
            <a:srgbClr val="EDF8F5"/>
          </a:solidFill>
          <a:ln xmlns:a="http://schemas.openxmlformats.org/drawingml/2006/main" w="15240">
            <a:solidFill>
              <a:srgbClr val="168B83"/>
            </a:solidFill>
          </a:ln>
        </p:spPr>
      </p:sp>
      <p:sp>
        <p:nvSpPr>
          <p:cNvPr id="33" name="">
            <a:extLst xmlns:a="http://schemas.openxmlformats.org/drawingml/2006/main">
              <a:ext uri="{FF2B5EF4-FFF2-40B4-BE49-F238E27FC236}">
                <a16:creationId xmlns:a16="http://schemas.microsoft.com/office/drawing/2014/main" id="{DC472528-167E-458D-92A3-7D54F98B7E34}"/>
              </a:ext>
            </a:extLst>
          </p:cNvPr>
          <p:cNvSpPr>
            <a:spLocks xmlns:a="http://schemas.openxmlformats.org/drawingml/2006/main" noGrp="1"/>
          </p:cNvSpPr>
          <p:nvPr/>
        </p:nvSpPr>
        <p:spPr>
          <a:xfrm xmlns:a="http://schemas.openxmlformats.org/drawingml/2006/main">
            <a:off x="9372600" y="3733800"/>
            <a:ext cx="2228850" cy="685800"/>
          </a:xfrm>
          <a:prstGeom xmlns:a="http://schemas.openxmlformats.org/drawingml/2006/main" prst="roundRect">
            <a:avLst>
              <a:gd name="adj" fmla="val 16667"/>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17324D"/>
                </a:solidFill>
                <a:latin typeface="Arial"/>
                <a:ea typeface="Arial"/>
                <a:cs typeface="Arial"/>
              </a:defRPr>
            </a:pPr>
            <a:r>
              <a:rPr sz="1350" b="0">
                <a:solidFill>
                  <a:srgbClr val="17324D"/>
                </a:solidFill>
                <a:latin typeface="Arial"/>
                <a:ea typeface="Arial"/>
                <a:cs typeface="Arial"/>
              </a:rPr>
              <a:t>Expand weather cases.</a:t>
            </a:r>
          </a:p>
          <a:p xmlns:a="http://schemas.openxmlformats.org/drawingml/2006/main">
            <a:pPr algn="l">
              <a:defRPr sz="1350" b="0">
                <a:solidFill>
                  <a:srgbClr val="17324D"/>
                </a:solidFill>
                <a:latin typeface="Arial"/>
                <a:ea typeface="Arial"/>
                <a:cs typeface="Arial"/>
              </a:defRPr>
            </a:pPr>
            <a:r>
              <a:rPr sz="1350" b="0">
                <a:solidFill>
                  <a:srgbClr val="17324D"/>
                </a:solidFill>
                <a:latin typeface="Arial"/>
                <a:ea typeface="Arial"/>
                <a:cs typeface="Arial"/>
              </a:rPr>
              <a:t>Keep human review.</a:t>
            </a:r>
          </a:p>
        </p:txBody>
      </p:sp>
      <p:cxnSp>
        <p:nvCxnSpPr>
          <p:cNvPr id="75" name=""/>
          <p:cNvCxnSpPr>
            <a:stCxn xmlns:a="http://schemas.openxmlformats.org/drawingml/2006/main" id="29" idx="3"/>
            <a:endCxn xmlns:a="http://schemas.openxmlformats.org/drawingml/2006/main" id="32" idx="1"/>
          </p:cNvCxnSpPr>
          <p:nvPr/>
        </p:nvCxnSpPr>
        <p:spPr>
          <a:xfrm xmlns:a="http://schemas.openxmlformats.org/drawingml/2006/main">
            <a:off x="8620125" y="3976688"/>
            <a:ext cx="581025" cy="0"/>
          </a:xfrm>
          <a:prstGeom xmlns:a="http://schemas.openxmlformats.org/drawingml/2006/main" prst="straightConnector1">
            <a:avLst/>
          </a:prstGeom>
          <a:ln xmlns:a="http://schemas.openxmlformats.org/drawingml/2006/main" w="20955">
            <a:solidFill>
              <a:srgbClr val="168B83"/>
            </a:solidFill>
            <a:tailEnd type="triangle" w="sm" len="sm"/>
          </a:ln>
        </p:spPr>
      </p:cxnSp>
      <p:sp>
        <p:nvSpPr>
          <p:cNvPr id="35" name="">
            <a:extLst xmlns:a="http://schemas.openxmlformats.org/drawingml/2006/main">
              <a:ext uri="{FF2B5EF4-FFF2-40B4-BE49-F238E27FC236}">
                <a16:creationId xmlns:a16="http://schemas.microsoft.com/office/drawing/2014/main" id="{96FF3E56-DBA5-41B9-B700-EDC37ACF2743}"/>
              </a:ext>
            </a:extLst>
          </p:cNvPr>
          <p:cNvSpPr>
            <a:spLocks xmlns:a="http://schemas.openxmlformats.org/drawingml/2006/main" noGrp="1"/>
          </p:cNvSpPr>
          <p:nvPr/>
        </p:nvSpPr>
        <p:spPr>
          <a:xfrm xmlns:a="http://schemas.openxmlformats.org/drawingml/2006/main">
            <a:off x="6286500" y="4810125"/>
            <a:ext cx="2333625" cy="1057275"/>
          </a:xfrm>
          <a:prstGeom xmlns:a="http://schemas.openxmlformats.org/drawingml/2006/main" prst="roundRect">
            <a:avLst>
              <a:gd name="adj" fmla="val 10811"/>
            </a:avLst>
          </a:prstGeom>
          <a:solidFill xmlns:a="http://schemas.openxmlformats.org/drawingml/2006/main">
            <a:srgbClr val="FFF7E6"/>
          </a:solidFill>
          <a:ln xmlns:a="http://schemas.openxmlformats.org/drawingml/2006/main" w="15240">
            <a:solidFill>
              <a:srgbClr val="D69A24"/>
            </a:solidFill>
          </a:ln>
        </p:spPr>
      </p:sp>
      <p:pic>
        <p:nvPicPr>
          <p:cNvPr id="77" name=""/>
          <p:cNvPicPr>
            <a:picLocks xmlns:a="http://schemas.openxmlformats.org/drawingml/2006/main" noChangeAspect="1"/>
          </p:cNvPicPr>
          <p:nvPr/>
        </p:nvPicPr>
        <p:blipFill>
          <a:blip xmlns:r="http://schemas.openxmlformats.org/officeDocument/2006/relationships" xmlns:a="http://schemas.openxmlformats.org/drawingml/2006/main" r:embed="Rfb610686d9334cfb">
            <a:extLst>
              <a:ext uri="{96DAC541-7B7A-43D3-8B79-37D633B846F1}">
                <asvg:svgBlip xmlns:asvg="http://schemas.microsoft.com/office/drawing/2016/SVG/main" r:embed="R26fb7e9230504a22"/>
              </a:ext>
            </a:extLst>
          </a:blip>
          <a:stretch xmlns:a="http://schemas.openxmlformats.org/drawingml/2006/main"/>
        </p:blipFill>
        <p:spPr>
          <a:xfrm xmlns:a="http://schemas.openxmlformats.org/drawingml/2006/main">
            <a:off x="6457950" y="4981575"/>
            <a:ext cx="285750" cy="285750"/>
          </a:xfrm>
          <a:prstGeom xmlns:a="http://schemas.openxmlformats.org/drawingml/2006/main" prst="rect">
            <a:avLst/>
          </a:prstGeom>
        </p:spPr>
      </p:pic>
      <p:sp>
        <p:nvSpPr>
          <p:cNvPr id="37" name="">
            <a:extLst xmlns:a="http://schemas.openxmlformats.org/drawingml/2006/main">
              <a:ext uri="{FF2B5EF4-FFF2-40B4-BE49-F238E27FC236}">
                <a16:creationId xmlns:a16="http://schemas.microsoft.com/office/drawing/2014/main" id="{13C86BC3-11CA-4703-8B31-300AE52D6A78}"/>
              </a:ext>
            </a:extLst>
          </p:cNvPr>
          <p:cNvSpPr>
            <a:spLocks xmlns:a="http://schemas.openxmlformats.org/drawingml/2006/main" noGrp="1"/>
          </p:cNvSpPr>
          <p:nvPr/>
        </p:nvSpPr>
        <p:spPr>
          <a:xfrm xmlns:a="http://schemas.openxmlformats.org/drawingml/2006/main">
            <a:off x="6858000" y="4991100"/>
            <a:ext cx="1590675" cy="457200"/>
          </a:xfrm>
          <a:prstGeom xmlns:a="http://schemas.openxmlformats.org/drawingml/2006/main" prst="roundRect">
            <a:avLst>
              <a:gd name="adj" fmla="val 25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Untested field performance</a:t>
            </a:r>
          </a:p>
        </p:txBody>
      </p:sp>
      <p:sp>
        <p:nvSpPr>
          <p:cNvPr id="38" name="">
            <a:extLst xmlns:a="http://schemas.openxmlformats.org/drawingml/2006/main">
              <a:ext uri="{FF2B5EF4-FFF2-40B4-BE49-F238E27FC236}">
                <a16:creationId xmlns:a16="http://schemas.microsoft.com/office/drawing/2014/main" id="{4AE99BF0-903C-437A-B928-AAA4251752D5}"/>
              </a:ext>
            </a:extLst>
          </p:cNvPr>
          <p:cNvSpPr>
            <a:spLocks xmlns:a="http://schemas.openxmlformats.org/drawingml/2006/main" noGrp="1"/>
          </p:cNvSpPr>
          <p:nvPr/>
        </p:nvSpPr>
        <p:spPr>
          <a:xfrm xmlns:a="http://schemas.openxmlformats.org/drawingml/2006/main">
            <a:off x="9201150" y="4810125"/>
            <a:ext cx="2571750" cy="1057275"/>
          </a:xfrm>
          <a:prstGeom xmlns:a="http://schemas.openxmlformats.org/drawingml/2006/main" prst="roundRect">
            <a:avLst>
              <a:gd name="adj" fmla="val 10811"/>
            </a:avLst>
          </a:prstGeom>
          <a:solidFill xmlns:a="http://schemas.openxmlformats.org/drawingml/2006/main">
            <a:srgbClr val="EDF8F5"/>
          </a:solidFill>
          <a:ln xmlns:a="http://schemas.openxmlformats.org/drawingml/2006/main" w="15240">
            <a:solidFill>
              <a:srgbClr val="168B83"/>
            </a:solidFill>
          </a:ln>
        </p:spPr>
      </p:sp>
      <p:sp>
        <p:nvSpPr>
          <p:cNvPr id="39" name="">
            <a:extLst xmlns:a="http://schemas.openxmlformats.org/drawingml/2006/main">
              <a:ext uri="{FF2B5EF4-FFF2-40B4-BE49-F238E27FC236}">
                <a16:creationId xmlns:a16="http://schemas.microsoft.com/office/drawing/2014/main" id="{DBAF2376-7C42-4E35-BBF2-4C7F0D0352A9}"/>
              </a:ext>
            </a:extLst>
          </p:cNvPr>
          <p:cNvSpPr>
            <a:spLocks xmlns:a="http://schemas.openxmlformats.org/drawingml/2006/main" noGrp="1"/>
          </p:cNvSpPr>
          <p:nvPr/>
        </p:nvSpPr>
        <p:spPr>
          <a:xfrm xmlns:a="http://schemas.openxmlformats.org/drawingml/2006/main">
            <a:off x="9372600" y="5095875"/>
            <a:ext cx="2228850" cy="685800"/>
          </a:xfrm>
          <a:prstGeom xmlns:a="http://schemas.openxmlformats.org/drawingml/2006/main" prst="roundRect">
            <a:avLst>
              <a:gd name="adj" fmla="val 16667"/>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17324D"/>
                </a:solidFill>
                <a:latin typeface="Arial"/>
                <a:ea typeface="Arial"/>
                <a:cs typeface="Arial"/>
              </a:defRPr>
            </a:pPr>
            <a:r>
              <a:rPr sz="1350" b="0">
                <a:solidFill>
                  <a:srgbClr val="17324D"/>
                </a:solidFill>
                <a:latin typeface="Arial"/>
                <a:ea typeface="Arial"/>
                <a:cs typeface="Arial"/>
              </a:rPr>
              <a:t>Test new seasons/sites.</a:t>
            </a:r>
          </a:p>
          <a:p xmlns:a="http://schemas.openxmlformats.org/drawingml/2006/main">
            <a:pPr algn="l">
              <a:defRPr sz="1350" b="0">
                <a:solidFill>
                  <a:srgbClr val="17324D"/>
                </a:solidFill>
                <a:latin typeface="Arial"/>
                <a:ea typeface="Arial"/>
                <a:cs typeface="Arial"/>
              </a:defRPr>
            </a:pPr>
            <a:r>
              <a:rPr sz="1350" b="0">
                <a:solidFill>
                  <a:srgbClr val="17324D"/>
                </a:solidFill>
                <a:latin typeface="Arial"/>
                <a:ea typeface="Arial"/>
                <a:cs typeface="Arial"/>
              </a:rPr>
              <a:t>Measure errors and cost.</a:t>
            </a:r>
          </a:p>
        </p:txBody>
      </p:sp>
      <p:cxnSp>
        <p:nvCxnSpPr>
          <p:cNvPr id="81" name=""/>
          <p:cNvCxnSpPr>
            <a:stCxn xmlns:a="http://schemas.openxmlformats.org/drawingml/2006/main" id="35" idx="3"/>
            <a:endCxn xmlns:a="http://schemas.openxmlformats.org/drawingml/2006/main" id="38" idx="1"/>
          </p:cNvCxnSpPr>
          <p:nvPr/>
        </p:nvCxnSpPr>
        <p:spPr>
          <a:xfrm xmlns:a="http://schemas.openxmlformats.org/drawingml/2006/main">
            <a:off x="8620125" y="5338763"/>
            <a:ext cx="581025" cy="0"/>
          </a:xfrm>
          <a:prstGeom xmlns:a="http://schemas.openxmlformats.org/drawingml/2006/main" prst="straightConnector1">
            <a:avLst/>
          </a:prstGeom>
          <a:ln xmlns:a="http://schemas.openxmlformats.org/drawingml/2006/main" w="20955">
            <a:solidFill>
              <a:srgbClr val="168B83"/>
            </a:solidFill>
            <a:tailEnd type="triangle" w="sm" len="sm"/>
          </a:ln>
        </p:spPr>
      </p:cxnSp>
      <p:sp>
        <p:nvSpPr>
          <p:cNvPr id="41" name="">
            <a:extLst xmlns:a="http://schemas.openxmlformats.org/drawingml/2006/main">
              <a:ext uri="{FF2B5EF4-FFF2-40B4-BE49-F238E27FC236}">
                <a16:creationId xmlns:a16="http://schemas.microsoft.com/office/drawing/2014/main" id="{2F5A3AE8-2A40-488F-AA02-7897CB734BBF}"/>
              </a:ext>
            </a:extLst>
          </p:cNvPr>
          <p:cNvSpPr>
            <a:spLocks xmlns:a="http://schemas.openxmlformats.org/drawingml/2006/main" noGrp="1"/>
          </p:cNvSpPr>
          <p:nvPr/>
        </p:nvSpPr>
        <p:spPr>
          <a:xfrm xmlns:a="http://schemas.openxmlformats.org/drawingml/2006/main">
            <a:off x="6286500" y="6162675"/>
            <a:ext cx="5476875" cy="247650"/>
          </a:xfrm>
          <a:prstGeom xmlns:a="http://schemas.openxmlformats.org/drawingml/2006/main" prst="roundRect">
            <a:avLst>
              <a:gd name="adj" fmla="val 46154"/>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2667B"/>
                </a:solidFill>
                <a:latin typeface="Arial"/>
                <a:ea typeface="Arial"/>
                <a:cs typeface="Arial"/>
              </a:defRPr>
            </a:pPr>
            <a:r>
              <a:rPr sz="1200" b="0">
                <a:solidFill>
                  <a:srgbClr val="52667B"/>
                </a:solidFill>
                <a:latin typeface="Arial"/>
                <a:ea typeface="Arial"/>
                <a:cs typeface="Arial"/>
              </a:rPr>
              <a:t>The benchmark uses simulated data. Field accuracy remains unproven.</a:t>
            </a:r>
          </a:p>
        </p:txBody>
      </p:sp>
    </p:spTree>
    <p:extLst>
      <p:ext uri="{BB962C8B-B14F-4D97-AF65-F5344CB8AC3E}">
        <p14:creationId xmlns:p14="http://schemas.microsoft.com/office/powerpoint/2010/main" val="51379139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83834879-88E4-4E36-9F74-DF31E927099B}"/>
              </a:ext>
            </a:extLst>
          </p:cNvPr>
          <p:cNvSpPr>
            <a:spLocks xmlns:a="http://schemas.openxmlformats.org/drawingml/2006/main" noGrp="1"/>
          </p:cNvSpPr>
          <p:nvPr/>
        </p:nvSpPr>
        <p:spPr>
          <a:xfrm xmlns:a="http://schemas.openxmlformats.org/drawingml/2006/main">
            <a:off x="419100" y="257175"/>
            <a:ext cx="1809750" cy="257175"/>
          </a:xfrm>
          <a:prstGeom xmlns:a="http://schemas.openxmlformats.org/drawingml/2006/main" prst="roundRect">
            <a:avLst>
              <a:gd name="adj" fmla="val 44444"/>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2868B2"/>
                </a:solidFill>
                <a:latin typeface="Arial"/>
                <a:ea typeface="Arial"/>
                <a:cs typeface="Arial"/>
              </a:defRPr>
            </a:pPr>
            <a:r>
              <a:rPr sz="1350" b="1">
                <a:solidFill>
                  <a:srgbClr val="2868B2"/>
                </a:solidFill>
                <a:latin typeface="Arial"/>
                <a:ea typeface="Arial"/>
                <a:cs typeface="Arial"/>
              </a:rPr>
              <a:t>OFF BY ONE</a:t>
            </a:r>
          </a:p>
        </p:txBody>
      </p:sp>
      <p:sp>
        <p:nvSpPr>
          <p:cNvPr id="2" name="">
            <a:extLst xmlns:a="http://schemas.openxmlformats.org/drawingml/2006/main">
              <a:ext uri="{FF2B5EF4-FFF2-40B4-BE49-F238E27FC236}">
                <a16:creationId xmlns:a16="http://schemas.microsoft.com/office/drawing/2014/main" id="{8494F993-47E1-447F-9450-A59FB03F56AF}"/>
              </a:ext>
            </a:extLst>
          </p:cNvPr>
          <p:cNvSpPr>
            <a:spLocks xmlns:a="http://schemas.openxmlformats.org/drawingml/2006/main" noGrp="1"/>
          </p:cNvSpPr>
          <p:nvPr/>
        </p:nvSpPr>
        <p:spPr>
          <a:xfrm xmlns:a="http://schemas.openxmlformats.org/drawingml/2006/main">
            <a:off x="2381250" y="209550"/>
            <a:ext cx="6953250" cy="495300"/>
          </a:xfrm>
          <a:prstGeom xmlns:a="http://schemas.openxmlformats.org/drawingml/2006/main" prst="roundRect">
            <a:avLst>
              <a:gd name="adj" fmla="val 23077"/>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IMPACT &amp; BENEFITS</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49c3085a39e34b11"/>
          <a:stretch xmlns:a="http://schemas.openxmlformats.org/drawingml/2006/main"/>
        </p:blipFill>
        <p:spPr>
          <a:xfrm xmlns:a="http://schemas.openxmlformats.org/drawingml/2006/main">
            <a:off x="10334625" y="148332"/>
            <a:ext cx="1428750" cy="674887"/>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8C044B3-F547-42F6-9EB0-E4C444DE07EE}"/>
              </a:ext>
            </a:extLst>
          </p:cNvPr>
          <p:cNvSpPr>
            <a:spLocks xmlns:a="http://schemas.openxmlformats.org/drawingml/2006/main" noGrp="1"/>
          </p:cNvSpPr>
          <p:nvPr/>
        </p:nvSpPr>
        <p:spPr>
          <a:xfrm xmlns:a="http://schemas.openxmlformats.org/drawingml/2006/main">
            <a:off x="419100" y="895350"/>
            <a:ext cx="11353800" cy="19050"/>
          </a:xfrm>
          <a:prstGeom xmlns:a="http://schemas.openxmlformats.org/drawingml/2006/main" prst="roundRect">
            <a:avLst>
              <a:gd name="adj" fmla="val 50000"/>
            </a:avLst>
          </a:prstGeom>
          <a:solidFill xmlns:a="http://schemas.openxmlformats.org/drawingml/2006/main">
            <a:srgbClr val="CDDBE8"/>
          </a:solidFill>
          <a:ln xmlns:a="http://schemas.openxmlformats.org/drawingml/2006/main" w="15240">
            <a:noFill/>
          </a:ln>
        </p:spPr>
      </p:sp>
      <p:sp>
        <p:nvSpPr>
          <p:cNvPr id="5" name="">
            <a:extLst xmlns:a="http://schemas.openxmlformats.org/drawingml/2006/main">
              <a:ext uri="{FF2B5EF4-FFF2-40B4-BE49-F238E27FC236}">
                <a16:creationId xmlns:a16="http://schemas.microsoft.com/office/drawing/2014/main" id="{B7690049-CD51-49C3-BB57-D8B208EDE68E}"/>
              </a:ext>
            </a:extLst>
          </p:cNvPr>
          <p:cNvSpPr>
            <a:spLocks xmlns:a="http://schemas.openxmlformats.org/drawingml/2006/main" noGrp="1"/>
          </p:cNvSpPr>
          <p:nvPr/>
        </p:nvSpPr>
        <p:spPr>
          <a:xfrm xmlns:a="http://schemas.openxmlformats.org/drawingml/2006/main">
            <a:off x="419100" y="1066800"/>
            <a:ext cx="11287125" cy="400050"/>
          </a:xfrm>
          <a:prstGeom xmlns:a="http://schemas.openxmlformats.org/drawingml/2006/main" prst="roundRect">
            <a:avLst>
              <a:gd name="adj" fmla="val 28571"/>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2667B"/>
                </a:solidFill>
                <a:latin typeface="Arial"/>
                <a:ea typeface="Arial"/>
                <a:cs typeface="Arial"/>
              </a:defRPr>
            </a:pPr>
            <a:r>
              <a:rPr sz="1650" b="0">
                <a:solidFill>
                  <a:srgbClr val="52667B"/>
                </a:solidFill>
                <a:latin typeface="Arial"/>
                <a:ea typeface="Arial"/>
                <a:cs typeface="Arial"/>
              </a:rPr>
              <a:t>The operator can follow an alert through to a recorded action.</a:t>
            </a:r>
          </a:p>
        </p:txBody>
      </p:sp>
      <p:sp>
        <p:nvSpPr>
          <p:cNvPr id="6" name="">
            <a:extLst xmlns:a="http://schemas.openxmlformats.org/drawingml/2006/main">
              <a:ext uri="{FF2B5EF4-FFF2-40B4-BE49-F238E27FC236}">
                <a16:creationId xmlns:a16="http://schemas.microsoft.com/office/drawing/2014/main" id="{BE7D8F14-763B-4BF5-8FD2-00C917114F94}"/>
              </a:ext>
            </a:extLst>
          </p:cNvPr>
          <p:cNvSpPr>
            <a:spLocks xmlns:a="http://schemas.openxmlformats.org/drawingml/2006/main" noGrp="1"/>
          </p:cNvSpPr>
          <p:nvPr/>
        </p:nvSpPr>
        <p:spPr>
          <a:xfrm xmlns:a="http://schemas.openxmlformats.org/drawingml/2006/main">
            <a:off x="0" y="6496050"/>
            <a:ext cx="12192000" cy="361950"/>
          </a:xfrm>
          <a:prstGeom xmlns:a="http://schemas.openxmlformats.org/drawingml/2006/main" prst="roundRect">
            <a:avLst>
              <a:gd name="adj" fmla="val 31579"/>
            </a:avLst>
          </a:prstGeom>
          <a:solidFill xmlns:a="http://schemas.openxmlformats.org/drawingml/2006/main">
            <a:srgbClr val="2868B2"/>
          </a:solidFill>
          <a:ln xmlns:a="http://schemas.openxmlformats.org/drawingml/2006/main" w="15240">
            <a:noFill/>
          </a:ln>
        </p:spPr>
      </p:sp>
      <p:sp>
        <p:nvSpPr>
          <p:cNvPr id="7" name="">
            <a:extLst xmlns:a="http://schemas.openxmlformats.org/drawingml/2006/main">
              <a:ext uri="{FF2B5EF4-FFF2-40B4-BE49-F238E27FC236}">
                <a16:creationId xmlns:a16="http://schemas.microsoft.com/office/drawing/2014/main" id="{4DFAD741-BF63-45F4-B1B3-9B2AE42DAFF6}"/>
              </a:ext>
            </a:extLst>
          </p:cNvPr>
          <p:cNvSpPr>
            <a:spLocks xmlns:a="http://schemas.openxmlformats.org/drawingml/2006/main" noGrp="1"/>
          </p:cNvSpPr>
          <p:nvPr/>
        </p:nvSpPr>
        <p:spPr>
          <a:xfrm xmlns:a="http://schemas.openxmlformats.org/drawingml/2006/main">
            <a:off x="419100" y="6600825"/>
            <a:ext cx="6667500" cy="190500"/>
          </a:xfrm>
          <a:prstGeom xmlns:a="http://schemas.openxmlformats.org/drawingml/2006/main" prst="roundRect">
            <a:avLst>
              <a:gd name="adj" fmla="val 50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FFFFFF"/>
                </a:solidFill>
                <a:latin typeface="Arial"/>
                <a:ea typeface="Arial"/>
                <a:cs typeface="Arial"/>
              </a:defRPr>
            </a:pPr>
            <a:r>
              <a:rPr sz="1050" b="1">
                <a:solidFill>
                  <a:srgbClr val="FFFFFF"/>
                </a:solidFill>
                <a:latin typeface="Arial"/>
                <a:ea typeface="Arial"/>
                <a:cs typeface="Arial"/>
              </a:rPr>
              <a:t>SKYGUARD  /  SIH26073</a:t>
            </a:r>
          </a:p>
        </p:txBody>
      </p:sp>
      <p:sp>
        <p:nvSpPr>
          <p:cNvPr id="8" name="">
            <a:extLst xmlns:a="http://schemas.openxmlformats.org/drawingml/2006/main">
              <a:ext uri="{FF2B5EF4-FFF2-40B4-BE49-F238E27FC236}">
                <a16:creationId xmlns:a16="http://schemas.microsoft.com/office/drawing/2014/main" id="{85CAE253-3F57-48BF-A4E8-972507D4F190}"/>
              </a:ext>
            </a:extLst>
          </p:cNvPr>
          <p:cNvSpPr>
            <a:spLocks xmlns:a="http://schemas.openxmlformats.org/drawingml/2006/main" noGrp="1"/>
          </p:cNvSpPr>
          <p:nvPr/>
        </p:nvSpPr>
        <p:spPr>
          <a:xfrm xmlns:a="http://schemas.openxmlformats.org/drawingml/2006/main">
            <a:off x="11287125" y="6572250"/>
            <a:ext cx="476250" cy="228600"/>
          </a:xfrm>
          <a:prstGeom xmlns:a="http://schemas.openxmlformats.org/drawingml/2006/main" prst="roundRect">
            <a:avLst>
              <a:gd name="adj" fmla="val 50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FFFFFF"/>
                </a:solidFill>
                <a:latin typeface="Arial"/>
                <a:ea typeface="Arial"/>
                <a:cs typeface="Arial"/>
              </a:defRPr>
            </a:pPr>
            <a:r>
              <a:rPr sz="1350" b="1">
                <a:solidFill>
                  <a:srgbClr val="FFFFFF"/>
                </a:solidFill>
                <a:latin typeface="Arial"/>
                <a:ea typeface="Arial"/>
                <a:cs typeface="Arial"/>
              </a:rPr>
              <a:t>05</a:t>
            </a:r>
          </a:p>
        </p:txBody>
      </p:sp>
      <p:sp>
        <p:nvSpPr>
          <p:cNvPr id="9" name="">
            <a:extLst xmlns:a="http://schemas.openxmlformats.org/drawingml/2006/main">
              <a:ext uri="{FF2B5EF4-FFF2-40B4-BE49-F238E27FC236}">
                <a16:creationId xmlns:a16="http://schemas.microsoft.com/office/drawing/2014/main" id="{0AB0BF87-A2CD-4F02-BABB-A246086EC02A}"/>
              </a:ext>
            </a:extLst>
          </p:cNvPr>
          <p:cNvSpPr>
            <a:spLocks xmlns:a="http://schemas.openxmlformats.org/drawingml/2006/main" noGrp="1"/>
          </p:cNvSpPr>
          <p:nvPr/>
        </p:nvSpPr>
        <p:spPr>
          <a:xfrm xmlns:a="http://schemas.openxmlformats.org/drawingml/2006/main">
            <a:off x="419100" y="1733550"/>
            <a:ext cx="2638425" cy="1762125"/>
          </a:xfrm>
          <a:prstGeom xmlns:a="http://schemas.openxmlformats.org/drawingml/2006/main" prst="roundRect">
            <a:avLst>
              <a:gd name="adj" fmla="val 6486"/>
            </a:avLst>
          </a:prstGeom>
          <a:solidFill xmlns:a="http://schemas.openxmlformats.org/drawingml/2006/main">
            <a:srgbClr val="EEF5FD"/>
          </a:solidFill>
          <a:ln xmlns:a="http://schemas.openxmlformats.org/drawingml/2006/main" w="15240">
            <a:solidFill>
              <a:srgbClr val="2868B2"/>
            </a:solidFill>
          </a:ln>
        </p:spPr>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8dc765e6291846d9">
            <a:extLst>
              <a:ext uri="{96DAC541-7B7A-43D3-8B79-37D633B846F1}">
                <asvg:svgBlip xmlns:asvg="http://schemas.microsoft.com/office/drawing/2016/SVG/main" r:embed="R542972ff976e4dbc"/>
              </a:ext>
            </a:extLst>
          </a:blip>
          <a:stretch xmlns:a="http://schemas.openxmlformats.org/drawingml/2006/main"/>
        </p:blipFill>
        <p:spPr>
          <a:xfrm xmlns:a="http://schemas.openxmlformats.org/drawingml/2006/main">
            <a:off x="590550" y="1905000"/>
            <a:ext cx="285750" cy="28575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2F4E70D1-07D6-453C-9B8D-BB76E35FC33F}"/>
              </a:ext>
            </a:extLst>
          </p:cNvPr>
          <p:cNvSpPr>
            <a:spLocks xmlns:a="http://schemas.openxmlformats.org/drawingml/2006/main" noGrp="1"/>
          </p:cNvSpPr>
          <p:nvPr/>
        </p:nvSpPr>
        <p:spPr>
          <a:xfrm xmlns:a="http://schemas.openxmlformats.org/drawingml/2006/main">
            <a:off x="990600" y="1914525"/>
            <a:ext cx="1895475" cy="457200"/>
          </a:xfrm>
          <a:prstGeom xmlns:a="http://schemas.openxmlformats.org/drawingml/2006/main" prst="roundRect">
            <a:avLst>
              <a:gd name="adj" fmla="val 25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Locate</a:t>
            </a:r>
          </a:p>
        </p:txBody>
      </p:sp>
      <p:sp>
        <p:nvSpPr>
          <p:cNvPr id="12" name="">
            <a:extLst xmlns:a="http://schemas.openxmlformats.org/drawingml/2006/main">
              <a:ext uri="{FF2B5EF4-FFF2-40B4-BE49-F238E27FC236}">
                <a16:creationId xmlns:a16="http://schemas.microsoft.com/office/drawing/2014/main" id="{1B8751C0-EEEB-4252-87D2-F067E20D271B}"/>
              </a:ext>
            </a:extLst>
          </p:cNvPr>
          <p:cNvSpPr>
            <a:spLocks xmlns:a="http://schemas.openxmlformats.org/drawingml/2006/main" noGrp="1"/>
          </p:cNvSpPr>
          <p:nvPr/>
        </p:nvSpPr>
        <p:spPr>
          <a:xfrm xmlns:a="http://schemas.openxmlformats.org/drawingml/2006/main">
            <a:off x="609600" y="2324100"/>
            <a:ext cx="2257425" cy="1133475"/>
          </a:xfrm>
          <a:prstGeom xmlns:a="http://schemas.openxmlformats.org/drawingml/2006/main" prst="roundRect">
            <a:avLst>
              <a:gd name="adj" fmla="val 10084"/>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Select a flagged station</a:t>
            </a:r>
          </a:p>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on the India map.</a:t>
            </a:r>
          </a:p>
        </p:txBody>
      </p:sp>
      <p:sp>
        <p:nvSpPr>
          <p:cNvPr id="13" name="">
            <a:extLst xmlns:a="http://schemas.openxmlformats.org/drawingml/2006/main">
              <a:ext uri="{FF2B5EF4-FFF2-40B4-BE49-F238E27FC236}">
                <a16:creationId xmlns:a16="http://schemas.microsoft.com/office/drawing/2014/main" id="{CE7FC34B-9B4D-40F1-930F-9025FC1328A2}"/>
              </a:ext>
            </a:extLst>
          </p:cNvPr>
          <p:cNvSpPr>
            <a:spLocks xmlns:a="http://schemas.openxmlformats.org/drawingml/2006/main" noGrp="1"/>
          </p:cNvSpPr>
          <p:nvPr/>
        </p:nvSpPr>
        <p:spPr>
          <a:xfrm xmlns:a="http://schemas.openxmlformats.org/drawingml/2006/main">
            <a:off x="3324225" y="1733550"/>
            <a:ext cx="2638425" cy="1762125"/>
          </a:xfrm>
          <a:prstGeom xmlns:a="http://schemas.openxmlformats.org/drawingml/2006/main" prst="roundRect">
            <a:avLst>
              <a:gd name="adj" fmla="val 6486"/>
            </a:avLst>
          </a:prstGeom>
          <a:solidFill xmlns:a="http://schemas.openxmlformats.org/drawingml/2006/main">
            <a:srgbClr val="EEF5FD"/>
          </a:solidFill>
          <a:ln xmlns:a="http://schemas.openxmlformats.org/drawingml/2006/main" w="15240">
            <a:solidFill>
              <a:srgbClr val="2868B2"/>
            </a:solidFill>
          </a:ln>
        </p:spPr>
      </p:sp>
      <p:pic>
        <p:nvPicPr>
          <p:cNvPr id="53" name=""/>
          <p:cNvPicPr>
            <a:picLocks xmlns:a="http://schemas.openxmlformats.org/drawingml/2006/main" noChangeAspect="1"/>
          </p:cNvPicPr>
          <p:nvPr/>
        </p:nvPicPr>
        <p:blipFill>
          <a:blip xmlns:r="http://schemas.openxmlformats.org/officeDocument/2006/relationships" xmlns:a="http://schemas.openxmlformats.org/drawingml/2006/main" r:embed="R6ccbf8ced4d24053">
            <a:extLst>
              <a:ext uri="{96DAC541-7B7A-43D3-8B79-37D633B846F1}">
                <asvg:svgBlip xmlns:asvg="http://schemas.microsoft.com/office/drawing/2016/SVG/main" r:embed="Ra06c00d74d7d48a6"/>
              </a:ext>
            </a:extLst>
          </a:blip>
          <a:stretch xmlns:a="http://schemas.openxmlformats.org/drawingml/2006/main"/>
        </p:blipFill>
        <p:spPr>
          <a:xfrm xmlns:a="http://schemas.openxmlformats.org/drawingml/2006/main">
            <a:off x="3495675" y="1905000"/>
            <a:ext cx="285750" cy="28575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91C8BD2E-621E-4DB5-AD4D-EB5106AA4486}"/>
              </a:ext>
            </a:extLst>
          </p:cNvPr>
          <p:cNvSpPr>
            <a:spLocks xmlns:a="http://schemas.openxmlformats.org/drawingml/2006/main" noGrp="1"/>
          </p:cNvSpPr>
          <p:nvPr/>
        </p:nvSpPr>
        <p:spPr>
          <a:xfrm xmlns:a="http://schemas.openxmlformats.org/drawingml/2006/main">
            <a:off x="3895725" y="1914525"/>
            <a:ext cx="1895475" cy="457200"/>
          </a:xfrm>
          <a:prstGeom xmlns:a="http://schemas.openxmlformats.org/drawingml/2006/main" prst="roundRect">
            <a:avLst>
              <a:gd name="adj" fmla="val 25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Understand</a:t>
            </a:r>
          </a:p>
        </p:txBody>
      </p:sp>
      <p:sp>
        <p:nvSpPr>
          <p:cNvPr id="16" name="">
            <a:extLst xmlns:a="http://schemas.openxmlformats.org/drawingml/2006/main">
              <a:ext uri="{FF2B5EF4-FFF2-40B4-BE49-F238E27FC236}">
                <a16:creationId xmlns:a16="http://schemas.microsoft.com/office/drawing/2014/main" id="{364C656E-3A30-439B-9D8F-90FB4FBC2FEC}"/>
              </a:ext>
            </a:extLst>
          </p:cNvPr>
          <p:cNvSpPr>
            <a:spLocks xmlns:a="http://schemas.openxmlformats.org/drawingml/2006/main" noGrp="1"/>
          </p:cNvSpPr>
          <p:nvPr/>
        </p:nvSpPr>
        <p:spPr>
          <a:xfrm xmlns:a="http://schemas.openxmlformats.org/drawingml/2006/main">
            <a:off x="3514725" y="2324100"/>
            <a:ext cx="2257425" cy="1133475"/>
          </a:xfrm>
          <a:prstGeom xmlns:a="http://schemas.openxmlformats.org/drawingml/2006/main" prst="roundRect">
            <a:avLst>
              <a:gd name="adj" fmla="val 10084"/>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Read its history, peer</a:t>
            </a:r>
          </a:p>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comparison and explanation.</a:t>
            </a:r>
          </a:p>
        </p:txBody>
      </p:sp>
      <p:cxnSp>
        <p:nvCxnSpPr>
          <p:cNvPr id="56" name=""/>
          <p:cNvCxnSpPr>
            <a:stCxn xmlns:a="http://schemas.openxmlformats.org/drawingml/2006/main" id="9" idx="3"/>
            <a:endCxn xmlns:a="http://schemas.openxmlformats.org/drawingml/2006/main" id="13" idx="1"/>
          </p:cNvCxnSpPr>
          <p:nvPr/>
        </p:nvCxnSpPr>
        <p:spPr>
          <a:xfrm xmlns:a="http://schemas.openxmlformats.org/drawingml/2006/main">
            <a:off x="3057525" y="2614613"/>
            <a:ext cx="266700" cy="0"/>
          </a:xfrm>
          <a:prstGeom xmlns:a="http://schemas.openxmlformats.org/drawingml/2006/main" prst="straightConnector1">
            <a:avLst/>
          </a:prstGeom>
          <a:ln xmlns:a="http://schemas.openxmlformats.org/drawingml/2006/main" w="20955">
            <a:solidFill>
              <a:srgbClr val="2868B2"/>
            </a:solidFill>
            <a:tailEnd type="triangle" w="sm" len="sm"/>
          </a:ln>
        </p:spPr>
      </p:cxnSp>
      <p:sp>
        <p:nvSpPr>
          <p:cNvPr id="18" name="">
            <a:extLst xmlns:a="http://schemas.openxmlformats.org/drawingml/2006/main">
              <a:ext uri="{FF2B5EF4-FFF2-40B4-BE49-F238E27FC236}">
                <a16:creationId xmlns:a16="http://schemas.microsoft.com/office/drawing/2014/main" id="{1B544F4A-8B78-42E8-9916-EB78FB11EA56}"/>
              </a:ext>
            </a:extLst>
          </p:cNvPr>
          <p:cNvSpPr>
            <a:spLocks xmlns:a="http://schemas.openxmlformats.org/drawingml/2006/main" noGrp="1"/>
          </p:cNvSpPr>
          <p:nvPr/>
        </p:nvSpPr>
        <p:spPr>
          <a:xfrm xmlns:a="http://schemas.openxmlformats.org/drawingml/2006/main">
            <a:off x="6229350" y="1733550"/>
            <a:ext cx="2638425" cy="1762125"/>
          </a:xfrm>
          <a:prstGeom xmlns:a="http://schemas.openxmlformats.org/drawingml/2006/main" prst="roundRect">
            <a:avLst>
              <a:gd name="adj" fmla="val 6486"/>
            </a:avLst>
          </a:prstGeom>
          <a:solidFill xmlns:a="http://schemas.openxmlformats.org/drawingml/2006/main">
            <a:srgbClr val="EDF8F5"/>
          </a:solidFill>
          <a:ln xmlns:a="http://schemas.openxmlformats.org/drawingml/2006/main" w="15240">
            <a:solidFill>
              <a:srgbClr val="168B83"/>
            </a:solidFill>
          </a:ln>
        </p:spPr>
      </p:sp>
      <p:pic>
        <p:nvPicPr>
          <p:cNvPr id="58" name=""/>
          <p:cNvPicPr>
            <a:picLocks xmlns:a="http://schemas.openxmlformats.org/drawingml/2006/main" noChangeAspect="1"/>
          </p:cNvPicPr>
          <p:nvPr/>
        </p:nvPicPr>
        <p:blipFill>
          <a:blip xmlns:r="http://schemas.openxmlformats.org/officeDocument/2006/relationships" xmlns:a="http://schemas.openxmlformats.org/drawingml/2006/main" r:embed="Rc95360c2efeb4bb4">
            <a:extLst>
              <a:ext uri="{96DAC541-7B7A-43D3-8B79-37D633B846F1}">
                <asvg:svgBlip xmlns:asvg="http://schemas.microsoft.com/office/drawing/2016/SVG/main" r:embed="Rafee0b662d4a44f8"/>
              </a:ext>
            </a:extLst>
          </a:blip>
          <a:stretch xmlns:a="http://schemas.openxmlformats.org/drawingml/2006/main"/>
        </p:blipFill>
        <p:spPr>
          <a:xfrm xmlns:a="http://schemas.openxmlformats.org/drawingml/2006/main">
            <a:off x="6400800" y="1905000"/>
            <a:ext cx="285750" cy="28575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9C5241DB-8746-4C66-8922-19D6AE340741}"/>
              </a:ext>
            </a:extLst>
          </p:cNvPr>
          <p:cNvSpPr>
            <a:spLocks xmlns:a="http://schemas.openxmlformats.org/drawingml/2006/main" noGrp="1"/>
          </p:cNvSpPr>
          <p:nvPr/>
        </p:nvSpPr>
        <p:spPr>
          <a:xfrm xmlns:a="http://schemas.openxmlformats.org/drawingml/2006/main">
            <a:off x="6800850" y="1914525"/>
            <a:ext cx="1895475" cy="457200"/>
          </a:xfrm>
          <a:prstGeom xmlns:a="http://schemas.openxmlformats.org/drawingml/2006/main" prst="roundRect">
            <a:avLst>
              <a:gd name="adj" fmla="val 25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Decide</a:t>
            </a:r>
          </a:p>
        </p:txBody>
      </p:sp>
      <p:sp>
        <p:nvSpPr>
          <p:cNvPr id="21" name="">
            <a:extLst xmlns:a="http://schemas.openxmlformats.org/drawingml/2006/main">
              <a:ext uri="{FF2B5EF4-FFF2-40B4-BE49-F238E27FC236}">
                <a16:creationId xmlns:a16="http://schemas.microsoft.com/office/drawing/2014/main" id="{D1DDD043-4D50-42A2-9EFF-F7603B0A633D}"/>
              </a:ext>
            </a:extLst>
          </p:cNvPr>
          <p:cNvSpPr>
            <a:spLocks xmlns:a="http://schemas.openxmlformats.org/drawingml/2006/main" noGrp="1"/>
          </p:cNvSpPr>
          <p:nvPr/>
        </p:nvSpPr>
        <p:spPr>
          <a:xfrm xmlns:a="http://schemas.openxmlformats.org/drawingml/2006/main">
            <a:off x="6419850" y="2324100"/>
            <a:ext cx="2257425" cy="1133475"/>
          </a:xfrm>
          <a:prstGeom xmlns:a="http://schemas.openxmlformats.org/drawingml/2006/main" prst="roundRect">
            <a:avLst>
              <a:gd name="adj" fmla="val 10084"/>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Review the incident or</a:t>
            </a:r>
          </a:p>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propose a correction.</a:t>
            </a:r>
          </a:p>
        </p:txBody>
      </p:sp>
      <p:cxnSp>
        <p:nvCxnSpPr>
          <p:cNvPr id="61" name=""/>
          <p:cNvCxnSpPr>
            <a:stCxn xmlns:a="http://schemas.openxmlformats.org/drawingml/2006/main" id="13" idx="3"/>
            <a:endCxn xmlns:a="http://schemas.openxmlformats.org/drawingml/2006/main" id="18" idx="1"/>
          </p:cNvCxnSpPr>
          <p:nvPr/>
        </p:nvCxnSpPr>
        <p:spPr>
          <a:xfrm xmlns:a="http://schemas.openxmlformats.org/drawingml/2006/main">
            <a:off x="5962650" y="2614613"/>
            <a:ext cx="266700" cy="0"/>
          </a:xfrm>
          <a:prstGeom xmlns:a="http://schemas.openxmlformats.org/drawingml/2006/main" prst="straightConnector1">
            <a:avLst/>
          </a:prstGeom>
          <a:ln xmlns:a="http://schemas.openxmlformats.org/drawingml/2006/main" w="20955">
            <a:solidFill>
              <a:srgbClr val="168B83"/>
            </a:solidFill>
            <a:tailEnd type="triangle" w="sm" len="sm"/>
          </a:ln>
        </p:spPr>
      </p:cxnSp>
      <p:sp>
        <p:nvSpPr>
          <p:cNvPr id="23" name="">
            <a:extLst xmlns:a="http://schemas.openxmlformats.org/drawingml/2006/main">
              <a:ext uri="{FF2B5EF4-FFF2-40B4-BE49-F238E27FC236}">
                <a16:creationId xmlns:a16="http://schemas.microsoft.com/office/drawing/2014/main" id="{ACD37CC4-8788-4D7F-9678-A2059C7300CC}"/>
              </a:ext>
            </a:extLst>
          </p:cNvPr>
          <p:cNvSpPr>
            <a:spLocks xmlns:a="http://schemas.openxmlformats.org/drawingml/2006/main" noGrp="1"/>
          </p:cNvSpPr>
          <p:nvPr/>
        </p:nvSpPr>
        <p:spPr>
          <a:xfrm xmlns:a="http://schemas.openxmlformats.org/drawingml/2006/main">
            <a:off x="9134475" y="1733550"/>
            <a:ext cx="2638425" cy="1762125"/>
          </a:xfrm>
          <a:prstGeom xmlns:a="http://schemas.openxmlformats.org/drawingml/2006/main" prst="roundRect">
            <a:avLst>
              <a:gd name="adj" fmla="val 6486"/>
            </a:avLst>
          </a:prstGeom>
          <a:solidFill xmlns:a="http://schemas.openxmlformats.org/drawingml/2006/main">
            <a:srgbClr val="EDF8F5"/>
          </a:solidFill>
          <a:ln xmlns:a="http://schemas.openxmlformats.org/drawingml/2006/main" w="15240">
            <a:solidFill>
              <a:srgbClr val="168B83"/>
            </a:solidFill>
          </a:ln>
        </p:spPr>
      </p:sp>
      <p:pic>
        <p:nvPicPr>
          <p:cNvPr id="63" name=""/>
          <p:cNvPicPr>
            <a:picLocks xmlns:a="http://schemas.openxmlformats.org/drawingml/2006/main" noChangeAspect="1"/>
          </p:cNvPicPr>
          <p:nvPr/>
        </p:nvPicPr>
        <p:blipFill>
          <a:blip xmlns:r="http://schemas.openxmlformats.org/officeDocument/2006/relationships" xmlns:a="http://schemas.openxmlformats.org/drawingml/2006/main" r:embed="Rda9be297205647b1">
            <a:extLst>
              <a:ext uri="{96DAC541-7B7A-43D3-8B79-37D633B846F1}">
                <asvg:svgBlip xmlns:asvg="http://schemas.microsoft.com/office/drawing/2016/SVG/main" r:embed="R1ae51f85695c48f8"/>
              </a:ext>
            </a:extLst>
          </a:blip>
          <a:stretch xmlns:a="http://schemas.openxmlformats.org/drawingml/2006/main"/>
        </p:blipFill>
        <p:spPr>
          <a:xfrm xmlns:a="http://schemas.openxmlformats.org/drawingml/2006/main">
            <a:off x="9305925" y="1905000"/>
            <a:ext cx="285750" cy="285750"/>
          </a:xfrm>
          <a:prstGeom xmlns:a="http://schemas.openxmlformats.org/drawingml/2006/main" prst="rect">
            <a:avLst/>
          </a:prstGeom>
        </p:spPr>
      </p:pic>
      <p:sp>
        <p:nvSpPr>
          <p:cNvPr id="25" name="">
            <a:extLst xmlns:a="http://schemas.openxmlformats.org/drawingml/2006/main">
              <a:ext uri="{FF2B5EF4-FFF2-40B4-BE49-F238E27FC236}">
                <a16:creationId xmlns:a16="http://schemas.microsoft.com/office/drawing/2014/main" id="{C16913E8-6262-41CB-8146-25F3E76241C9}"/>
              </a:ext>
            </a:extLst>
          </p:cNvPr>
          <p:cNvSpPr>
            <a:spLocks xmlns:a="http://schemas.openxmlformats.org/drawingml/2006/main" noGrp="1"/>
          </p:cNvSpPr>
          <p:nvPr/>
        </p:nvSpPr>
        <p:spPr>
          <a:xfrm xmlns:a="http://schemas.openxmlformats.org/drawingml/2006/main">
            <a:off x="9705975" y="1914525"/>
            <a:ext cx="1895475" cy="457200"/>
          </a:xfrm>
          <a:prstGeom xmlns:a="http://schemas.openxmlformats.org/drawingml/2006/main" prst="roundRect">
            <a:avLst>
              <a:gd name="adj" fmla="val 25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Trace</a:t>
            </a:r>
          </a:p>
        </p:txBody>
      </p:sp>
      <p:sp>
        <p:nvSpPr>
          <p:cNvPr id="26" name="">
            <a:extLst xmlns:a="http://schemas.openxmlformats.org/drawingml/2006/main">
              <a:ext uri="{FF2B5EF4-FFF2-40B4-BE49-F238E27FC236}">
                <a16:creationId xmlns:a16="http://schemas.microsoft.com/office/drawing/2014/main" id="{9D1516EE-E3D6-4E76-87D8-AD51F0AB981C}"/>
              </a:ext>
            </a:extLst>
          </p:cNvPr>
          <p:cNvSpPr>
            <a:spLocks xmlns:a="http://schemas.openxmlformats.org/drawingml/2006/main" noGrp="1"/>
          </p:cNvSpPr>
          <p:nvPr/>
        </p:nvSpPr>
        <p:spPr>
          <a:xfrm xmlns:a="http://schemas.openxmlformats.org/drawingml/2006/main">
            <a:off x="9324975" y="2324100"/>
            <a:ext cx="2257425" cy="1133475"/>
          </a:xfrm>
          <a:prstGeom xmlns:a="http://schemas.openxmlformats.org/drawingml/2006/main" prst="roundRect">
            <a:avLst>
              <a:gd name="adj" fmla="val 10084"/>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Retain original readings</a:t>
            </a:r>
          </a:p>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and the decision history.</a:t>
            </a:r>
          </a:p>
        </p:txBody>
      </p:sp>
      <p:cxnSp>
        <p:nvCxnSpPr>
          <p:cNvPr id="66" name=""/>
          <p:cNvCxnSpPr>
            <a:stCxn xmlns:a="http://schemas.openxmlformats.org/drawingml/2006/main" id="18" idx="3"/>
            <a:endCxn xmlns:a="http://schemas.openxmlformats.org/drawingml/2006/main" id="23" idx="1"/>
          </p:cNvCxnSpPr>
          <p:nvPr/>
        </p:nvCxnSpPr>
        <p:spPr>
          <a:xfrm xmlns:a="http://schemas.openxmlformats.org/drawingml/2006/main">
            <a:off x="8867775" y="2614613"/>
            <a:ext cx="266700" cy="0"/>
          </a:xfrm>
          <a:prstGeom xmlns:a="http://schemas.openxmlformats.org/drawingml/2006/main" prst="straightConnector1">
            <a:avLst/>
          </a:prstGeom>
          <a:ln xmlns:a="http://schemas.openxmlformats.org/drawingml/2006/main" w="20955">
            <a:solidFill>
              <a:srgbClr val="168B83"/>
            </a:solidFill>
            <a:tailEnd type="triangle" w="sm" len="sm"/>
          </a:ln>
        </p:spPr>
      </p:cxnSp>
      <p:sp>
        <p:nvSpPr>
          <p:cNvPr id="28" name="">
            <a:extLst xmlns:a="http://schemas.openxmlformats.org/drawingml/2006/main">
              <a:ext uri="{FF2B5EF4-FFF2-40B4-BE49-F238E27FC236}">
                <a16:creationId xmlns:a16="http://schemas.microsoft.com/office/drawing/2014/main" id="{1ECC986A-17B4-419A-BD19-516CC12ADE81}"/>
              </a:ext>
            </a:extLst>
          </p:cNvPr>
          <p:cNvSpPr>
            <a:spLocks xmlns:a="http://schemas.openxmlformats.org/drawingml/2006/main" noGrp="1"/>
          </p:cNvSpPr>
          <p:nvPr/>
        </p:nvSpPr>
        <p:spPr>
          <a:xfrm xmlns:a="http://schemas.openxmlformats.org/drawingml/2006/main">
            <a:off x="419100" y="4019550"/>
            <a:ext cx="11049000" cy="342900"/>
          </a:xfrm>
          <a:prstGeom xmlns:a="http://schemas.openxmlformats.org/drawingml/2006/main" prst="roundRect">
            <a:avLst>
              <a:gd name="adj" fmla="val 33333"/>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2868B2"/>
                </a:solidFill>
                <a:latin typeface="Arial"/>
                <a:ea typeface="Arial"/>
                <a:cs typeface="Arial"/>
              </a:defRPr>
            </a:pPr>
            <a:r>
              <a:rPr sz="1650" b="1">
                <a:solidFill>
                  <a:srgbClr val="2868B2"/>
                </a:solidFill>
                <a:latin typeface="Arial"/>
                <a:ea typeface="Arial"/>
                <a:cs typeface="Arial"/>
              </a:rPr>
              <a:t>EXPECTED BENEFITS</a:t>
            </a:r>
          </a:p>
        </p:txBody>
      </p:sp>
      <p:pic>
        <p:nvPicPr>
          <p:cNvPr id="68" name=""/>
          <p:cNvPicPr>
            <a:picLocks xmlns:a="http://schemas.openxmlformats.org/drawingml/2006/main" noChangeAspect="1"/>
          </p:cNvPicPr>
          <p:nvPr/>
        </p:nvPicPr>
        <p:blipFill>
          <a:blip xmlns:r="http://schemas.openxmlformats.org/officeDocument/2006/relationships" xmlns:a="http://schemas.openxmlformats.org/drawingml/2006/main" r:embed="R36c6e964e93d4bd2">
            <a:extLst>
              <a:ext uri="{96DAC541-7B7A-43D3-8B79-37D633B846F1}">
                <asvg:svgBlip xmlns:asvg="http://schemas.microsoft.com/office/drawing/2016/SVG/main" r:embed="Rb4081374c4a7472f"/>
              </a:ext>
            </a:extLst>
          </a:blip>
          <a:stretch xmlns:a="http://schemas.openxmlformats.org/drawingml/2006/main"/>
        </p:blipFill>
        <p:spPr>
          <a:xfrm xmlns:a="http://schemas.openxmlformats.org/drawingml/2006/main">
            <a:off x="419100" y="4552950"/>
            <a:ext cx="333375" cy="333375"/>
          </a:xfrm>
          <a:prstGeom xmlns:a="http://schemas.openxmlformats.org/drawingml/2006/main" prst="rect">
            <a:avLst/>
          </a:prstGeom>
        </p:spPr>
      </p:pic>
      <p:sp>
        <p:nvSpPr>
          <p:cNvPr id="30" name="">
            <a:extLst xmlns:a="http://schemas.openxmlformats.org/drawingml/2006/main">
              <a:ext uri="{FF2B5EF4-FFF2-40B4-BE49-F238E27FC236}">
                <a16:creationId xmlns:a16="http://schemas.microsoft.com/office/drawing/2014/main" id="{B336C85F-CBE7-4DA7-8A97-16BDD923DC2D}"/>
              </a:ext>
            </a:extLst>
          </p:cNvPr>
          <p:cNvSpPr>
            <a:spLocks xmlns:a="http://schemas.openxmlformats.org/drawingml/2006/main" noGrp="1"/>
          </p:cNvSpPr>
          <p:nvPr/>
        </p:nvSpPr>
        <p:spPr>
          <a:xfrm xmlns:a="http://schemas.openxmlformats.org/drawingml/2006/main">
            <a:off x="885825" y="4543425"/>
            <a:ext cx="3143250" cy="333375"/>
          </a:xfrm>
          <a:prstGeom xmlns:a="http://schemas.openxmlformats.org/drawingml/2006/main" prst="roundRect">
            <a:avLst>
              <a:gd name="adj" fmla="val 34286"/>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7324D"/>
                </a:solidFill>
                <a:latin typeface="Arial"/>
                <a:ea typeface="Arial"/>
                <a:cs typeface="Arial"/>
              </a:defRPr>
            </a:pPr>
            <a:r>
              <a:rPr sz="1725" b="1">
                <a:solidFill>
                  <a:srgbClr val="17324D"/>
                </a:solidFill>
                <a:latin typeface="Arial"/>
                <a:ea typeface="Arial"/>
                <a:cs typeface="Arial"/>
              </a:rPr>
              <a:t>Station operators</a:t>
            </a:r>
          </a:p>
        </p:txBody>
      </p:sp>
      <p:sp>
        <p:nvSpPr>
          <p:cNvPr id="31" name="">
            <a:extLst xmlns:a="http://schemas.openxmlformats.org/drawingml/2006/main">
              <a:ext uri="{FF2B5EF4-FFF2-40B4-BE49-F238E27FC236}">
                <a16:creationId xmlns:a16="http://schemas.microsoft.com/office/drawing/2014/main" id="{30A6339C-20CF-47CA-8E1E-AF55036C51EB}"/>
              </a:ext>
            </a:extLst>
          </p:cNvPr>
          <p:cNvSpPr>
            <a:spLocks xmlns:a="http://schemas.openxmlformats.org/drawingml/2006/main" noGrp="1"/>
          </p:cNvSpPr>
          <p:nvPr/>
        </p:nvSpPr>
        <p:spPr>
          <a:xfrm xmlns:a="http://schemas.openxmlformats.org/drawingml/2006/main">
            <a:off x="419100" y="5029200"/>
            <a:ext cx="3619500" cy="666750"/>
          </a:xfrm>
          <a:prstGeom xmlns:a="http://schemas.openxmlformats.org/drawingml/2006/main" prst="roundRect">
            <a:avLst>
              <a:gd name="adj" fmla="val 17143"/>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52667B"/>
                </a:solidFill>
                <a:latin typeface="Arial"/>
                <a:ea typeface="Arial"/>
                <a:cs typeface="Arial"/>
              </a:defRPr>
            </a:pPr>
            <a:r>
              <a:rPr sz="1575" b="0">
                <a:solidFill>
                  <a:srgbClr val="52667B"/>
                </a:solidFill>
                <a:latin typeface="Arial"/>
                <a:ea typeface="Arial"/>
                <a:cs typeface="Arial"/>
              </a:rPr>
              <a:t>Less searching across screens;</a:t>
            </a:r>
          </a:p>
          <a:p xmlns:a="http://schemas.openxmlformats.org/drawingml/2006/main">
            <a:pPr algn="l">
              <a:defRPr sz="1575" b="0">
                <a:solidFill>
                  <a:srgbClr val="52667B"/>
                </a:solidFill>
                <a:latin typeface="Arial"/>
                <a:ea typeface="Arial"/>
                <a:cs typeface="Arial"/>
              </a:defRPr>
            </a:pPr>
            <a:r>
              <a:rPr sz="1575" b="0">
                <a:solidFill>
                  <a:srgbClr val="52667B"/>
                </a:solidFill>
                <a:latin typeface="Arial"/>
                <a:ea typeface="Arial"/>
                <a:cs typeface="Arial"/>
              </a:rPr>
              <a:t>more focused sensor investigations.</a:t>
            </a:r>
          </a:p>
        </p:txBody>
      </p:sp>
      <p:pic>
        <p:nvPicPr>
          <p:cNvPr id="71" name=""/>
          <p:cNvPicPr>
            <a:picLocks xmlns:a="http://schemas.openxmlformats.org/drawingml/2006/main" noChangeAspect="1"/>
          </p:cNvPicPr>
          <p:nvPr/>
        </p:nvPicPr>
        <p:blipFill>
          <a:blip xmlns:r="http://schemas.openxmlformats.org/officeDocument/2006/relationships" xmlns:a="http://schemas.openxmlformats.org/drawingml/2006/main" r:embed="Rc7680327e8e842e8">
            <a:extLst>
              <a:ext uri="{96DAC541-7B7A-43D3-8B79-37D633B846F1}">
                <asvg:svgBlip xmlns:asvg="http://schemas.microsoft.com/office/drawing/2016/SVG/main" r:embed="R9e8ed35a74e24c93"/>
              </a:ext>
            </a:extLst>
          </a:blip>
          <a:stretch xmlns:a="http://schemas.openxmlformats.org/drawingml/2006/main"/>
        </p:blipFill>
        <p:spPr>
          <a:xfrm xmlns:a="http://schemas.openxmlformats.org/drawingml/2006/main">
            <a:off x="4276725" y="4552950"/>
            <a:ext cx="333375" cy="333375"/>
          </a:xfrm>
          <a:prstGeom xmlns:a="http://schemas.openxmlformats.org/drawingml/2006/main" prst="rect">
            <a:avLst/>
          </a:prstGeom>
        </p:spPr>
      </p:pic>
      <p:sp>
        <p:nvSpPr>
          <p:cNvPr id="33" name="">
            <a:extLst xmlns:a="http://schemas.openxmlformats.org/drawingml/2006/main">
              <a:ext uri="{FF2B5EF4-FFF2-40B4-BE49-F238E27FC236}">
                <a16:creationId xmlns:a16="http://schemas.microsoft.com/office/drawing/2014/main" id="{BBA19184-24EB-495C-9CA8-8C165AEBA43A}"/>
              </a:ext>
            </a:extLst>
          </p:cNvPr>
          <p:cNvSpPr>
            <a:spLocks xmlns:a="http://schemas.openxmlformats.org/drawingml/2006/main" noGrp="1"/>
          </p:cNvSpPr>
          <p:nvPr/>
        </p:nvSpPr>
        <p:spPr>
          <a:xfrm xmlns:a="http://schemas.openxmlformats.org/drawingml/2006/main">
            <a:off x="4743450" y="4543425"/>
            <a:ext cx="3143250" cy="333375"/>
          </a:xfrm>
          <a:prstGeom xmlns:a="http://schemas.openxmlformats.org/drawingml/2006/main" prst="roundRect">
            <a:avLst>
              <a:gd name="adj" fmla="val 34286"/>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7324D"/>
                </a:solidFill>
                <a:latin typeface="Arial"/>
                <a:ea typeface="Arial"/>
                <a:cs typeface="Arial"/>
              </a:defRPr>
            </a:pPr>
            <a:r>
              <a:rPr sz="1725" b="1">
                <a:solidFill>
                  <a:srgbClr val="17324D"/>
                </a:solidFill>
                <a:latin typeface="Arial"/>
                <a:ea typeface="Arial"/>
                <a:cs typeface="Arial"/>
              </a:rPr>
              <a:t>Weather-data teams</a:t>
            </a:r>
          </a:p>
        </p:txBody>
      </p:sp>
      <p:sp>
        <p:nvSpPr>
          <p:cNvPr id="34" name="">
            <a:extLst xmlns:a="http://schemas.openxmlformats.org/drawingml/2006/main">
              <a:ext uri="{FF2B5EF4-FFF2-40B4-BE49-F238E27FC236}">
                <a16:creationId xmlns:a16="http://schemas.microsoft.com/office/drawing/2014/main" id="{40FEB18E-FBEF-45CD-9A44-C1168ED8E0E3}"/>
              </a:ext>
            </a:extLst>
          </p:cNvPr>
          <p:cNvSpPr>
            <a:spLocks xmlns:a="http://schemas.openxmlformats.org/drawingml/2006/main" noGrp="1"/>
          </p:cNvSpPr>
          <p:nvPr/>
        </p:nvSpPr>
        <p:spPr>
          <a:xfrm xmlns:a="http://schemas.openxmlformats.org/drawingml/2006/main">
            <a:off x="4276725" y="5029200"/>
            <a:ext cx="3619500" cy="666750"/>
          </a:xfrm>
          <a:prstGeom xmlns:a="http://schemas.openxmlformats.org/drawingml/2006/main" prst="roundRect">
            <a:avLst>
              <a:gd name="adj" fmla="val 17143"/>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52667B"/>
                </a:solidFill>
                <a:latin typeface="Arial"/>
                <a:ea typeface="Arial"/>
                <a:cs typeface="Arial"/>
              </a:defRPr>
            </a:pPr>
            <a:r>
              <a:rPr sz="1575" b="0">
                <a:solidFill>
                  <a:srgbClr val="52667B"/>
                </a:solidFill>
                <a:latin typeface="Arial"/>
                <a:ea typeface="Arial"/>
                <a:cs typeface="Arial"/>
              </a:rPr>
              <a:t>Consistent evidence and quality flags</a:t>
            </a:r>
          </a:p>
          <a:p xmlns:a="http://schemas.openxmlformats.org/drawingml/2006/main">
            <a:pPr algn="l">
              <a:defRPr sz="1575" b="0">
                <a:solidFill>
                  <a:srgbClr val="52667B"/>
                </a:solidFill>
                <a:latin typeface="Arial"/>
                <a:ea typeface="Arial"/>
                <a:cs typeface="Arial"/>
              </a:defRPr>
            </a:pPr>
            <a:r>
              <a:rPr sz="1575" b="0">
                <a:solidFill>
                  <a:srgbClr val="52667B"/>
                </a:solidFill>
                <a:latin typeface="Arial"/>
                <a:ea typeface="Arial"/>
                <a:cs typeface="Arial"/>
              </a:rPr>
              <a:t>for reviewing suspect observations.</a:t>
            </a:r>
          </a:p>
        </p:txBody>
      </p:sp>
      <p:pic>
        <p:nvPicPr>
          <p:cNvPr id="74" name=""/>
          <p:cNvPicPr>
            <a:picLocks xmlns:a="http://schemas.openxmlformats.org/drawingml/2006/main" noChangeAspect="1"/>
          </p:cNvPicPr>
          <p:nvPr/>
        </p:nvPicPr>
        <p:blipFill>
          <a:blip xmlns:r="http://schemas.openxmlformats.org/officeDocument/2006/relationships" xmlns:a="http://schemas.openxmlformats.org/drawingml/2006/main" r:embed="R9658c014f3e64646">
            <a:extLst>
              <a:ext uri="{96DAC541-7B7A-43D3-8B79-37D633B846F1}">
                <asvg:svgBlip xmlns:asvg="http://schemas.microsoft.com/office/drawing/2016/SVG/main" r:embed="Raaa5402b57d04a8e"/>
              </a:ext>
            </a:extLst>
          </a:blip>
          <a:stretch xmlns:a="http://schemas.openxmlformats.org/drawingml/2006/main"/>
        </p:blipFill>
        <p:spPr>
          <a:xfrm xmlns:a="http://schemas.openxmlformats.org/drawingml/2006/main">
            <a:off x="8134350" y="4552950"/>
            <a:ext cx="333375" cy="333375"/>
          </a:xfrm>
          <a:prstGeom xmlns:a="http://schemas.openxmlformats.org/drawingml/2006/main" prst="rect">
            <a:avLst/>
          </a:prstGeom>
        </p:spPr>
      </p:pic>
      <p:sp>
        <p:nvSpPr>
          <p:cNvPr id="36" name="">
            <a:extLst xmlns:a="http://schemas.openxmlformats.org/drawingml/2006/main">
              <a:ext uri="{FF2B5EF4-FFF2-40B4-BE49-F238E27FC236}">
                <a16:creationId xmlns:a16="http://schemas.microsoft.com/office/drawing/2014/main" id="{E61B4178-DCCC-45A3-BABA-59FD3D98917C}"/>
              </a:ext>
            </a:extLst>
          </p:cNvPr>
          <p:cNvSpPr>
            <a:spLocks xmlns:a="http://schemas.openxmlformats.org/drawingml/2006/main" noGrp="1"/>
          </p:cNvSpPr>
          <p:nvPr/>
        </p:nvSpPr>
        <p:spPr>
          <a:xfrm xmlns:a="http://schemas.openxmlformats.org/drawingml/2006/main">
            <a:off x="8601075" y="4543425"/>
            <a:ext cx="3143250" cy="333375"/>
          </a:xfrm>
          <a:prstGeom xmlns:a="http://schemas.openxmlformats.org/drawingml/2006/main" prst="roundRect">
            <a:avLst>
              <a:gd name="adj" fmla="val 34286"/>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7324D"/>
                </a:solidFill>
                <a:latin typeface="Arial"/>
                <a:ea typeface="Arial"/>
                <a:cs typeface="Arial"/>
              </a:defRPr>
            </a:pPr>
            <a:r>
              <a:rPr sz="1725" b="1">
                <a:solidFill>
                  <a:srgbClr val="17324D"/>
                </a:solidFill>
                <a:latin typeface="Arial"/>
                <a:ea typeface="Arial"/>
                <a:cs typeface="Arial"/>
              </a:rPr>
              <a:t>Regional teams</a:t>
            </a:r>
          </a:p>
        </p:txBody>
      </p:sp>
      <p:sp>
        <p:nvSpPr>
          <p:cNvPr id="37" name="">
            <a:extLst xmlns:a="http://schemas.openxmlformats.org/drawingml/2006/main">
              <a:ext uri="{FF2B5EF4-FFF2-40B4-BE49-F238E27FC236}">
                <a16:creationId xmlns:a16="http://schemas.microsoft.com/office/drawing/2014/main" id="{A3A0CD47-1EA2-4F9C-A7FB-64AD02CE0B5C}"/>
              </a:ext>
            </a:extLst>
          </p:cNvPr>
          <p:cNvSpPr>
            <a:spLocks xmlns:a="http://schemas.openxmlformats.org/drawingml/2006/main" noGrp="1"/>
          </p:cNvSpPr>
          <p:nvPr/>
        </p:nvSpPr>
        <p:spPr>
          <a:xfrm xmlns:a="http://schemas.openxmlformats.org/drawingml/2006/main">
            <a:off x="8134350" y="5029200"/>
            <a:ext cx="3619500" cy="666750"/>
          </a:xfrm>
          <a:prstGeom xmlns:a="http://schemas.openxmlformats.org/drawingml/2006/main" prst="roundRect">
            <a:avLst>
              <a:gd name="adj" fmla="val 17143"/>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52667B"/>
                </a:solidFill>
                <a:latin typeface="Arial"/>
                <a:ea typeface="Arial"/>
                <a:cs typeface="Arial"/>
              </a:defRPr>
            </a:pPr>
            <a:r>
              <a:rPr sz="1575" b="0">
                <a:solidFill>
                  <a:srgbClr val="52667B"/>
                </a:solidFill>
                <a:latin typeface="Arial"/>
                <a:ea typeface="Arial"/>
                <a:cs typeface="Arial"/>
              </a:rPr>
              <a:t>Station health and incident counts</a:t>
            </a:r>
          </a:p>
          <a:p xmlns:a="http://schemas.openxmlformats.org/drawingml/2006/main">
            <a:pPr algn="l">
              <a:defRPr sz="1575" b="0">
                <a:solidFill>
                  <a:srgbClr val="52667B"/>
                </a:solidFill>
                <a:latin typeface="Arial"/>
                <a:ea typeface="Arial"/>
                <a:cs typeface="Arial"/>
              </a:defRPr>
            </a:pPr>
            <a:r>
              <a:rPr sz="1575" b="0">
                <a:solidFill>
                  <a:srgbClr val="52667B"/>
                </a:solidFill>
                <a:latin typeface="Arial"/>
                <a:ea typeface="Arial"/>
                <a:cs typeface="Arial"/>
              </a:rPr>
              <a:t>to identify recurring local issues.</a:t>
            </a:r>
          </a:p>
        </p:txBody>
      </p:sp>
      <p:sp>
        <p:nvSpPr>
          <p:cNvPr id="38" name="">
            <a:extLst xmlns:a="http://schemas.openxmlformats.org/drawingml/2006/main">
              <a:ext uri="{FF2B5EF4-FFF2-40B4-BE49-F238E27FC236}">
                <a16:creationId xmlns:a16="http://schemas.microsoft.com/office/drawing/2014/main" id="{AF5B720D-AFCD-4315-BDB0-748DD235037A}"/>
              </a:ext>
            </a:extLst>
          </p:cNvPr>
          <p:cNvSpPr>
            <a:spLocks xmlns:a="http://schemas.openxmlformats.org/drawingml/2006/main" noGrp="1"/>
          </p:cNvSpPr>
          <p:nvPr/>
        </p:nvSpPr>
        <p:spPr>
          <a:xfrm xmlns:a="http://schemas.openxmlformats.org/drawingml/2006/main">
            <a:off x="419100" y="5934075"/>
            <a:ext cx="11353800" cy="361950"/>
          </a:xfrm>
          <a:prstGeom xmlns:a="http://schemas.openxmlformats.org/drawingml/2006/main" prst="roundRect">
            <a:avLst>
              <a:gd name="adj" fmla="val 31579"/>
            </a:avLst>
          </a:prstGeom>
          <a:solidFill xmlns:a="http://schemas.openxmlformats.org/drawingml/2006/main">
            <a:srgbClr val="FFF7E6"/>
          </a:solidFill>
          <a:ln xmlns:a="http://schemas.openxmlformats.org/drawingml/2006/main" w="15240">
            <a:noFill/>
          </a:ln>
        </p:spPr>
      </p:sp>
      <p:sp>
        <p:nvSpPr>
          <p:cNvPr id="39" name="">
            <a:extLst xmlns:a="http://schemas.openxmlformats.org/drawingml/2006/main">
              <a:ext uri="{FF2B5EF4-FFF2-40B4-BE49-F238E27FC236}">
                <a16:creationId xmlns:a16="http://schemas.microsoft.com/office/drawing/2014/main" id="{5BBC6232-F612-47CA-90BD-D8CEC426B19C}"/>
              </a:ext>
            </a:extLst>
          </p:cNvPr>
          <p:cNvSpPr>
            <a:spLocks xmlns:a="http://schemas.openxmlformats.org/drawingml/2006/main" noGrp="1"/>
          </p:cNvSpPr>
          <p:nvPr/>
        </p:nvSpPr>
        <p:spPr>
          <a:xfrm xmlns:a="http://schemas.openxmlformats.org/drawingml/2006/main">
            <a:off x="581025" y="6019800"/>
            <a:ext cx="11049000" cy="247650"/>
          </a:xfrm>
          <a:prstGeom xmlns:a="http://schemas.openxmlformats.org/drawingml/2006/main" prst="roundRect">
            <a:avLst>
              <a:gd name="adj" fmla="val 46154"/>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17324D"/>
                </a:solidFill>
                <a:latin typeface="Arial"/>
                <a:ea typeface="Arial"/>
                <a:cs typeface="Arial"/>
              </a:defRPr>
            </a:pPr>
            <a:r>
              <a:rPr sz="1350" b="0">
                <a:solidFill>
                  <a:srgbClr val="17324D"/>
                </a:solidFill>
                <a:latin typeface="Arial"/>
                <a:ea typeface="Arial"/>
                <a:cs typeface="Arial"/>
              </a:rPr>
              <a:t>Pilot measures: operator review time, missed faults, false alerts and maintenance follow-through.</a:t>
            </a:r>
          </a:p>
        </p:txBody>
      </p:sp>
    </p:spTree>
    <p:extLst>
      <p:ext uri="{BB962C8B-B14F-4D97-AF65-F5344CB8AC3E}">
        <p14:creationId xmlns:p14="http://schemas.microsoft.com/office/powerpoint/2010/main" val="199116011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95C54572-5E64-42F8-97FD-38B369E6E136}"/>
              </a:ext>
            </a:extLst>
          </p:cNvPr>
          <p:cNvSpPr>
            <a:spLocks xmlns:a="http://schemas.openxmlformats.org/drawingml/2006/main" noGrp="1"/>
          </p:cNvSpPr>
          <p:nvPr/>
        </p:nvSpPr>
        <p:spPr>
          <a:xfrm xmlns:a="http://schemas.openxmlformats.org/drawingml/2006/main">
            <a:off x="419100" y="257175"/>
            <a:ext cx="1809750" cy="257175"/>
          </a:xfrm>
          <a:prstGeom xmlns:a="http://schemas.openxmlformats.org/drawingml/2006/main" prst="roundRect">
            <a:avLst>
              <a:gd name="adj" fmla="val 44444"/>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2868B2"/>
                </a:solidFill>
                <a:latin typeface="Arial"/>
                <a:ea typeface="Arial"/>
                <a:cs typeface="Arial"/>
              </a:defRPr>
            </a:pPr>
            <a:r>
              <a:rPr sz="1350" b="1">
                <a:solidFill>
                  <a:srgbClr val="2868B2"/>
                </a:solidFill>
                <a:latin typeface="Arial"/>
                <a:ea typeface="Arial"/>
                <a:cs typeface="Arial"/>
              </a:rPr>
              <a:t>OFF BY ONE</a:t>
            </a:r>
          </a:p>
        </p:txBody>
      </p:sp>
      <p:sp>
        <p:nvSpPr>
          <p:cNvPr id="2" name="">
            <a:extLst xmlns:a="http://schemas.openxmlformats.org/drawingml/2006/main">
              <a:ext uri="{FF2B5EF4-FFF2-40B4-BE49-F238E27FC236}">
                <a16:creationId xmlns:a16="http://schemas.microsoft.com/office/drawing/2014/main" id="{06590606-0025-4AF5-BE69-1FC86CD40D2F}"/>
              </a:ext>
            </a:extLst>
          </p:cNvPr>
          <p:cNvSpPr>
            <a:spLocks xmlns:a="http://schemas.openxmlformats.org/drawingml/2006/main" noGrp="1"/>
          </p:cNvSpPr>
          <p:nvPr/>
        </p:nvSpPr>
        <p:spPr>
          <a:xfrm xmlns:a="http://schemas.openxmlformats.org/drawingml/2006/main">
            <a:off x="2381250" y="209550"/>
            <a:ext cx="6953250" cy="495300"/>
          </a:xfrm>
          <a:prstGeom xmlns:a="http://schemas.openxmlformats.org/drawingml/2006/main" prst="roundRect">
            <a:avLst>
              <a:gd name="adj" fmla="val 23077"/>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RESEARCH &amp; REFERENCES</a:t>
            </a:r>
          </a:p>
        </p:txBody>
      </p:sp>
      <p:pic>
        <p:nvPicPr>
          <p:cNvPr id="53" name=""/>
          <p:cNvPicPr>
            <a:picLocks xmlns:a="http://schemas.openxmlformats.org/drawingml/2006/main" noChangeAspect="1"/>
          </p:cNvPicPr>
          <p:nvPr/>
        </p:nvPicPr>
        <p:blipFill>
          <a:blip xmlns:r="http://schemas.openxmlformats.org/officeDocument/2006/relationships" xmlns:a="http://schemas.openxmlformats.org/drawingml/2006/main" r:embed="R18cc0fd151f04a21"/>
          <a:stretch xmlns:a="http://schemas.openxmlformats.org/drawingml/2006/main"/>
        </p:blipFill>
        <p:spPr>
          <a:xfrm xmlns:a="http://schemas.openxmlformats.org/drawingml/2006/main">
            <a:off x="10334625" y="148332"/>
            <a:ext cx="1428750" cy="674887"/>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493263A-6BE4-4F89-9B71-09C160C77225}"/>
              </a:ext>
            </a:extLst>
          </p:cNvPr>
          <p:cNvSpPr>
            <a:spLocks xmlns:a="http://schemas.openxmlformats.org/drawingml/2006/main" noGrp="1"/>
          </p:cNvSpPr>
          <p:nvPr/>
        </p:nvSpPr>
        <p:spPr>
          <a:xfrm xmlns:a="http://schemas.openxmlformats.org/drawingml/2006/main">
            <a:off x="419100" y="895350"/>
            <a:ext cx="11353800" cy="19050"/>
          </a:xfrm>
          <a:prstGeom xmlns:a="http://schemas.openxmlformats.org/drawingml/2006/main" prst="roundRect">
            <a:avLst>
              <a:gd name="adj" fmla="val 50000"/>
            </a:avLst>
          </a:prstGeom>
          <a:solidFill xmlns:a="http://schemas.openxmlformats.org/drawingml/2006/main">
            <a:srgbClr val="CDDBE8"/>
          </a:solidFill>
          <a:ln xmlns:a="http://schemas.openxmlformats.org/drawingml/2006/main" w="15240">
            <a:noFill/>
          </a:ln>
        </p:spPr>
      </p:sp>
      <p:sp>
        <p:nvSpPr>
          <p:cNvPr id="5" name="">
            <a:extLst xmlns:a="http://schemas.openxmlformats.org/drawingml/2006/main">
              <a:ext uri="{FF2B5EF4-FFF2-40B4-BE49-F238E27FC236}">
                <a16:creationId xmlns:a16="http://schemas.microsoft.com/office/drawing/2014/main" id="{DD95B89B-D768-4231-99FB-E1D8B3042426}"/>
              </a:ext>
            </a:extLst>
          </p:cNvPr>
          <p:cNvSpPr>
            <a:spLocks xmlns:a="http://schemas.openxmlformats.org/drawingml/2006/main" noGrp="1"/>
          </p:cNvSpPr>
          <p:nvPr/>
        </p:nvSpPr>
        <p:spPr>
          <a:xfrm xmlns:a="http://schemas.openxmlformats.org/drawingml/2006/main">
            <a:off x="419100" y="1066800"/>
            <a:ext cx="11287125" cy="400050"/>
          </a:xfrm>
          <a:prstGeom xmlns:a="http://schemas.openxmlformats.org/drawingml/2006/main" prst="roundRect">
            <a:avLst>
              <a:gd name="adj" fmla="val 28571"/>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2667B"/>
                </a:solidFill>
                <a:latin typeface="Arial"/>
                <a:ea typeface="Arial"/>
                <a:cs typeface="Arial"/>
              </a:defRPr>
            </a:pPr>
            <a:r>
              <a:rPr sz="1650" b="0">
                <a:solidFill>
                  <a:srgbClr val="52667B"/>
                </a:solidFill>
                <a:latin typeface="Arial"/>
                <a:ea typeface="Arial"/>
                <a:cs typeface="Arial"/>
              </a:rPr>
              <a:t>Each source informed a specific part of the project.</a:t>
            </a:r>
          </a:p>
        </p:txBody>
      </p:sp>
      <p:sp>
        <p:nvSpPr>
          <p:cNvPr id="6" name="">
            <a:extLst xmlns:a="http://schemas.openxmlformats.org/drawingml/2006/main">
              <a:ext uri="{FF2B5EF4-FFF2-40B4-BE49-F238E27FC236}">
                <a16:creationId xmlns:a16="http://schemas.microsoft.com/office/drawing/2014/main" id="{296CD3D0-4906-4ECE-8530-16589BBC8A0C}"/>
              </a:ext>
            </a:extLst>
          </p:cNvPr>
          <p:cNvSpPr>
            <a:spLocks xmlns:a="http://schemas.openxmlformats.org/drawingml/2006/main" noGrp="1"/>
          </p:cNvSpPr>
          <p:nvPr/>
        </p:nvSpPr>
        <p:spPr>
          <a:xfrm xmlns:a="http://schemas.openxmlformats.org/drawingml/2006/main">
            <a:off x="0" y="6496050"/>
            <a:ext cx="12192000" cy="361950"/>
          </a:xfrm>
          <a:prstGeom xmlns:a="http://schemas.openxmlformats.org/drawingml/2006/main" prst="roundRect">
            <a:avLst>
              <a:gd name="adj" fmla="val 31579"/>
            </a:avLst>
          </a:prstGeom>
          <a:solidFill xmlns:a="http://schemas.openxmlformats.org/drawingml/2006/main">
            <a:srgbClr val="2868B2"/>
          </a:solidFill>
          <a:ln xmlns:a="http://schemas.openxmlformats.org/drawingml/2006/main" w="15240">
            <a:noFill/>
          </a:ln>
        </p:spPr>
      </p:sp>
      <p:sp>
        <p:nvSpPr>
          <p:cNvPr id="7" name="">
            <a:extLst xmlns:a="http://schemas.openxmlformats.org/drawingml/2006/main">
              <a:ext uri="{FF2B5EF4-FFF2-40B4-BE49-F238E27FC236}">
                <a16:creationId xmlns:a16="http://schemas.microsoft.com/office/drawing/2014/main" id="{2D82E1EA-5B0E-4003-9529-2B03D63F573F}"/>
              </a:ext>
            </a:extLst>
          </p:cNvPr>
          <p:cNvSpPr>
            <a:spLocks xmlns:a="http://schemas.openxmlformats.org/drawingml/2006/main" noGrp="1"/>
          </p:cNvSpPr>
          <p:nvPr/>
        </p:nvSpPr>
        <p:spPr>
          <a:xfrm xmlns:a="http://schemas.openxmlformats.org/drawingml/2006/main">
            <a:off x="419100" y="6600825"/>
            <a:ext cx="6667500" cy="190500"/>
          </a:xfrm>
          <a:prstGeom xmlns:a="http://schemas.openxmlformats.org/drawingml/2006/main" prst="roundRect">
            <a:avLst>
              <a:gd name="adj" fmla="val 50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FFFFFF"/>
                </a:solidFill>
                <a:latin typeface="Arial"/>
                <a:ea typeface="Arial"/>
                <a:cs typeface="Arial"/>
              </a:defRPr>
            </a:pPr>
            <a:r>
              <a:rPr sz="1050" b="1">
                <a:solidFill>
                  <a:srgbClr val="FFFFFF"/>
                </a:solidFill>
                <a:latin typeface="Arial"/>
                <a:ea typeface="Arial"/>
                <a:cs typeface="Arial"/>
              </a:rPr>
              <a:t>SKYGUARD  /  SIH26073</a:t>
            </a:r>
          </a:p>
        </p:txBody>
      </p:sp>
      <p:sp>
        <p:nvSpPr>
          <p:cNvPr id="8" name="">
            <a:extLst xmlns:a="http://schemas.openxmlformats.org/drawingml/2006/main">
              <a:ext uri="{FF2B5EF4-FFF2-40B4-BE49-F238E27FC236}">
                <a16:creationId xmlns:a16="http://schemas.microsoft.com/office/drawing/2014/main" id="{AF85CF2D-099A-448C-8701-BFF49BE30428}"/>
              </a:ext>
            </a:extLst>
          </p:cNvPr>
          <p:cNvSpPr>
            <a:spLocks xmlns:a="http://schemas.openxmlformats.org/drawingml/2006/main" noGrp="1"/>
          </p:cNvSpPr>
          <p:nvPr/>
        </p:nvSpPr>
        <p:spPr>
          <a:xfrm xmlns:a="http://schemas.openxmlformats.org/drawingml/2006/main">
            <a:off x="11287125" y="6572250"/>
            <a:ext cx="476250" cy="228600"/>
          </a:xfrm>
          <a:prstGeom xmlns:a="http://schemas.openxmlformats.org/drawingml/2006/main" prst="roundRect">
            <a:avLst>
              <a:gd name="adj" fmla="val 50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FFFFFF"/>
                </a:solidFill>
                <a:latin typeface="Arial"/>
                <a:ea typeface="Arial"/>
                <a:cs typeface="Arial"/>
              </a:defRPr>
            </a:pPr>
            <a:r>
              <a:rPr sz="1350" b="1">
                <a:solidFill>
                  <a:srgbClr val="FFFFFF"/>
                </a:solidFill>
                <a:latin typeface="Arial"/>
                <a:ea typeface="Arial"/>
                <a:cs typeface="Arial"/>
              </a:rPr>
              <a:t>06</a:t>
            </a:r>
          </a:p>
        </p:txBody>
      </p:sp>
      <p:sp>
        <p:nvSpPr>
          <p:cNvPr id="9" name="">
            <a:extLst xmlns:a="http://schemas.openxmlformats.org/drawingml/2006/main">
              <a:ext uri="{FF2B5EF4-FFF2-40B4-BE49-F238E27FC236}">
                <a16:creationId xmlns:a16="http://schemas.microsoft.com/office/drawing/2014/main" id="{803360EF-A4E4-4041-85B0-FDA7A98E2981}"/>
              </a:ext>
            </a:extLst>
          </p:cNvPr>
          <p:cNvSpPr>
            <a:spLocks xmlns:a="http://schemas.openxmlformats.org/drawingml/2006/main" noGrp="1"/>
          </p:cNvSpPr>
          <p:nvPr/>
        </p:nvSpPr>
        <p:spPr>
          <a:xfrm xmlns:a="http://schemas.openxmlformats.org/drawingml/2006/main">
            <a:off x="933450" y="1638300"/>
            <a:ext cx="4191000" cy="285750"/>
          </a:xfrm>
          <a:prstGeom xmlns:a="http://schemas.openxmlformats.org/drawingml/2006/main" prst="roundRect">
            <a:avLst>
              <a:gd name="adj" fmla="val 40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2868B2"/>
                </a:solidFill>
                <a:latin typeface="Arial"/>
                <a:ea typeface="Arial"/>
                <a:cs typeface="Arial"/>
              </a:defRPr>
            </a:pPr>
            <a:r>
              <a:rPr sz="1350" b="1">
                <a:solidFill>
                  <a:srgbClr val="2868B2"/>
                </a:solidFill>
                <a:latin typeface="Arial"/>
                <a:ea typeface="Arial"/>
                <a:cs typeface="Arial"/>
              </a:rPr>
              <a:t>SOURCE</a:t>
            </a:r>
          </a:p>
        </p:txBody>
      </p:sp>
      <p:sp>
        <p:nvSpPr>
          <p:cNvPr id="10" name="">
            <a:extLst xmlns:a="http://schemas.openxmlformats.org/drawingml/2006/main">
              <a:ext uri="{FF2B5EF4-FFF2-40B4-BE49-F238E27FC236}">
                <a16:creationId xmlns:a16="http://schemas.microsoft.com/office/drawing/2014/main" id="{F00056E1-058E-4509-B7E4-038DA72582BB}"/>
              </a:ext>
            </a:extLst>
          </p:cNvPr>
          <p:cNvSpPr>
            <a:spLocks xmlns:a="http://schemas.openxmlformats.org/drawingml/2006/main" noGrp="1"/>
          </p:cNvSpPr>
          <p:nvPr/>
        </p:nvSpPr>
        <p:spPr>
          <a:xfrm xmlns:a="http://schemas.openxmlformats.org/drawingml/2006/main">
            <a:off x="6257925" y="1638300"/>
            <a:ext cx="5334000" cy="285750"/>
          </a:xfrm>
          <a:prstGeom xmlns:a="http://schemas.openxmlformats.org/drawingml/2006/main" prst="roundRect">
            <a:avLst>
              <a:gd name="adj" fmla="val 40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168B83"/>
                </a:solidFill>
                <a:latin typeface="Arial"/>
                <a:ea typeface="Arial"/>
                <a:cs typeface="Arial"/>
              </a:defRPr>
            </a:pPr>
            <a:r>
              <a:rPr sz="1350" b="1">
                <a:solidFill>
                  <a:srgbClr val="168B83"/>
                </a:solidFill>
                <a:latin typeface="Arial"/>
                <a:ea typeface="Arial"/>
                <a:cs typeface="Arial"/>
              </a:rPr>
              <a:t>HOW IT INFORMED SKYGUARD</a:t>
            </a:r>
          </a:p>
        </p:txBody>
      </p:sp>
      <p:pic>
        <p:nvPicPr>
          <p:cNvPr id="61" name=""/>
          <p:cNvPicPr>
            <a:picLocks xmlns:a="http://schemas.openxmlformats.org/drawingml/2006/main" noChangeAspect="1"/>
          </p:cNvPicPr>
          <p:nvPr/>
        </p:nvPicPr>
        <p:blipFill>
          <a:blip xmlns:r="http://schemas.openxmlformats.org/officeDocument/2006/relationships" xmlns:a="http://schemas.openxmlformats.org/drawingml/2006/main" r:embed="Rc972edc5fd624508">
            <a:extLst>
              <a:ext uri="{96DAC541-7B7A-43D3-8B79-37D633B846F1}">
                <asvg:svgBlip xmlns:asvg="http://schemas.microsoft.com/office/drawing/2016/SVG/main" r:embed="R460b0753c87b4abb"/>
              </a:ext>
            </a:extLst>
          </a:blip>
          <a:stretch xmlns:a="http://schemas.openxmlformats.org/drawingml/2006/main"/>
        </p:blipFill>
        <p:spPr>
          <a:xfrm xmlns:a="http://schemas.openxmlformats.org/drawingml/2006/main">
            <a:off x="466725" y="2095500"/>
            <a:ext cx="295275" cy="29527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2846C82C-6AB8-4669-8DD7-95E77F828B2C}"/>
              </a:ext>
            </a:extLst>
          </p:cNvPr>
          <p:cNvSpPr>
            <a:spLocks xmlns:a="http://schemas.openxmlformats.org/drawingml/2006/main" noGrp="1"/>
          </p:cNvSpPr>
          <p:nvPr/>
        </p:nvSpPr>
        <p:spPr>
          <a:xfrm xmlns:a="http://schemas.openxmlformats.org/drawingml/2006/main">
            <a:off x="942975" y="2047875"/>
            <a:ext cx="4552950" cy="285750"/>
          </a:xfrm>
          <a:prstGeom xmlns:a="http://schemas.openxmlformats.org/drawingml/2006/main" prst="roundRect">
            <a:avLst>
              <a:gd name="adj" fmla="val 40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SIH26073 problem statement</a:t>
            </a:r>
          </a:p>
        </p:txBody>
      </p:sp>
      <p:sp>
        <p:nvSpPr>
          <p:cNvPr id="13" name="">
            <a:extLst xmlns:a="http://schemas.openxmlformats.org/drawingml/2006/main">
              <a:ext uri="{FF2B5EF4-FFF2-40B4-BE49-F238E27FC236}">
                <a16:creationId xmlns:a16="http://schemas.microsoft.com/office/drawing/2014/main" id="{10B38F00-E686-45A4-A5B3-A40B700BC402}"/>
              </a:ext>
            </a:extLst>
          </p:cNvPr>
          <p:cNvSpPr>
            <a:spLocks xmlns:a="http://schemas.openxmlformats.org/drawingml/2006/main" noGrp="1"/>
          </p:cNvSpPr>
          <p:nvPr/>
        </p:nvSpPr>
        <p:spPr>
          <a:xfrm xmlns:a="http://schemas.openxmlformats.org/drawingml/2006/main">
            <a:off x="942975" y="2333625"/>
            <a:ext cx="4552950" cy="247650"/>
          </a:xfrm>
          <a:prstGeom xmlns:a="http://schemas.openxmlformats.org/drawingml/2006/main" prst="roundRect">
            <a:avLst>
              <a:gd name="adj" fmla="val 46154"/>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67B"/>
                </a:solidFill>
                <a:latin typeface="Arial"/>
                <a:ea typeface="Arial"/>
                <a:cs typeface="Arial"/>
              </a:defRPr>
            </a:pPr>
            <a:r>
              <a:rPr sz="1275" b="0">
                <a:solidFill>
                  <a:srgbClr val="52667B"/>
                </a:solidFill>
                <a:latin typeface="Arial"/>
                <a:ea typeface="Arial"/>
                <a:cs typeface="Arial"/>
              </a:rPr>
              <a:t>AWS anomaly-detection need and scope</a:t>
            </a:r>
          </a:p>
        </p:txBody>
      </p:sp>
      <p:sp>
        <p:nvSpPr>
          <p:cNvPr id="14" name="">
            <a:extLst xmlns:a="http://schemas.openxmlformats.org/drawingml/2006/main">
              <a:ext uri="{FF2B5EF4-FFF2-40B4-BE49-F238E27FC236}">
                <a16:creationId xmlns:a16="http://schemas.microsoft.com/office/drawing/2014/main" id="{51308F66-04D5-4B21-8B24-8A1BFF3CD54C}"/>
              </a:ext>
            </a:extLst>
          </p:cNvPr>
          <p:cNvSpPr>
            <a:spLocks xmlns:a="http://schemas.openxmlformats.org/drawingml/2006/main" noGrp="1"/>
          </p:cNvSpPr>
          <p:nvPr/>
        </p:nvSpPr>
        <p:spPr>
          <a:xfrm xmlns:a="http://schemas.openxmlformats.org/drawingml/2006/main">
            <a:off x="5619750" y="2219325"/>
            <a:ext cx="19050" cy="19050"/>
          </a:xfrm>
          <a:prstGeom xmlns:a="http://schemas.openxmlformats.org/drawingml/2006/main" prst="roundRect">
            <a:avLst>
              <a:gd name="adj" fmla="val 50000"/>
            </a:avLst>
          </a:prstGeom>
          <a:noFill xmlns:a="http://schemas.openxmlformats.org/drawingml/2006/main"/>
          <a:ln xmlns:a="http://schemas.openxmlformats.org/drawingml/2006/main" w="15240">
            <a:noFill/>
          </a:ln>
        </p:spPr>
      </p:sp>
      <p:sp>
        <p:nvSpPr>
          <p:cNvPr id="15" name="">
            <a:extLst xmlns:a="http://schemas.openxmlformats.org/drawingml/2006/main">
              <a:ext uri="{FF2B5EF4-FFF2-40B4-BE49-F238E27FC236}">
                <a16:creationId xmlns:a16="http://schemas.microsoft.com/office/drawing/2014/main" id="{8C698C97-F2D3-47BD-A117-8B7FE73CD9BA}"/>
              </a:ext>
            </a:extLst>
          </p:cNvPr>
          <p:cNvSpPr>
            <a:spLocks xmlns:a="http://schemas.openxmlformats.org/drawingml/2006/main" noGrp="1"/>
          </p:cNvSpPr>
          <p:nvPr/>
        </p:nvSpPr>
        <p:spPr>
          <a:xfrm xmlns:a="http://schemas.openxmlformats.org/drawingml/2006/main">
            <a:off x="6038850" y="2219325"/>
            <a:ext cx="19050" cy="19050"/>
          </a:xfrm>
          <a:prstGeom xmlns:a="http://schemas.openxmlformats.org/drawingml/2006/main" prst="roundRect">
            <a:avLst>
              <a:gd name="adj" fmla="val 50000"/>
            </a:avLst>
          </a:prstGeom>
          <a:noFill xmlns:a="http://schemas.openxmlformats.org/drawingml/2006/main"/>
          <a:ln xmlns:a="http://schemas.openxmlformats.org/drawingml/2006/main" w="15240">
            <a:noFill/>
          </a:ln>
        </p:spPr>
      </p:sp>
      <p:cxnSp>
        <p:nvCxnSpPr>
          <p:cNvPr id="66" name=""/>
          <p:cNvCxnSpPr>
            <a:stCxn xmlns:a="http://schemas.openxmlformats.org/drawingml/2006/main" id="14" idx="3"/>
            <a:endCxn xmlns:a="http://schemas.openxmlformats.org/drawingml/2006/main" id="15" idx="1"/>
          </p:cNvCxnSpPr>
          <p:nvPr/>
        </p:nvCxnSpPr>
        <p:spPr>
          <a:xfrm xmlns:a="http://schemas.openxmlformats.org/drawingml/2006/main">
            <a:off x="5638800" y="2228850"/>
            <a:ext cx="400050" cy="0"/>
          </a:xfrm>
          <a:prstGeom xmlns:a="http://schemas.openxmlformats.org/drawingml/2006/main" prst="straightConnector1">
            <a:avLst/>
          </a:prstGeom>
          <a:ln xmlns:a="http://schemas.openxmlformats.org/drawingml/2006/main" w="20955">
            <a:solidFill>
              <a:srgbClr val="168B83"/>
            </a:solidFill>
            <a:tailEnd type="triangle" w="sm" len="sm"/>
          </a:ln>
        </p:spPr>
      </p:cxnSp>
      <p:sp>
        <p:nvSpPr>
          <p:cNvPr id="17" name="">
            <a:extLst xmlns:a="http://schemas.openxmlformats.org/drawingml/2006/main">
              <a:ext uri="{FF2B5EF4-FFF2-40B4-BE49-F238E27FC236}">
                <a16:creationId xmlns:a16="http://schemas.microsoft.com/office/drawing/2014/main" id="{8771C893-FB54-4442-BDCE-BA4BFEF72A08}"/>
              </a:ext>
            </a:extLst>
          </p:cNvPr>
          <p:cNvSpPr>
            <a:spLocks xmlns:a="http://schemas.openxmlformats.org/drawingml/2006/main" noGrp="1"/>
          </p:cNvSpPr>
          <p:nvPr/>
        </p:nvSpPr>
        <p:spPr>
          <a:xfrm xmlns:a="http://schemas.openxmlformats.org/drawingml/2006/main">
            <a:off x="6257925" y="2133600"/>
            <a:ext cx="5495925" cy="476250"/>
          </a:xfrm>
          <a:prstGeom xmlns:a="http://schemas.openxmlformats.org/drawingml/2006/main" prst="roundRect">
            <a:avLst>
              <a:gd name="adj" fmla="val 24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17324D"/>
                </a:solidFill>
                <a:latin typeface="Arial"/>
                <a:ea typeface="Arial"/>
                <a:cs typeface="Arial"/>
              </a:defRPr>
            </a:pPr>
            <a:r>
              <a:rPr sz="1575" b="0">
                <a:solidFill>
                  <a:srgbClr val="17324D"/>
                </a:solidFill>
                <a:latin typeface="Arial"/>
                <a:ea typeface="Arial"/>
                <a:cs typeface="Arial"/>
              </a:rPr>
              <a:t>Defines the target users and T/P/RH task.</a:t>
            </a:r>
          </a:p>
        </p:txBody>
      </p:sp>
      <p:sp>
        <p:nvSpPr>
          <p:cNvPr id="18" name="">
            <a:extLst xmlns:a="http://schemas.openxmlformats.org/drawingml/2006/main">
              <a:ext uri="{FF2B5EF4-FFF2-40B4-BE49-F238E27FC236}">
                <a16:creationId xmlns:a16="http://schemas.microsoft.com/office/drawing/2014/main" id="{A8F6DBB5-6206-461F-B2D4-4F8737369979}"/>
              </a:ext>
            </a:extLst>
          </p:cNvPr>
          <p:cNvSpPr>
            <a:spLocks xmlns:a="http://schemas.openxmlformats.org/drawingml/2006/main" noGrp="1"/>
          </p:cNvSpPr>
          <p:nvPr/>
        </p:nvSpPr>
        <p:spPr>
          <a:xfrm xmlns:a="http://schemas.openxmlformats.org/drawingml/2006/main">
            <a:off x="942975" y="2676525"/>
            <a:ext cx="10810875" cy="9525"/>
          </a:xfrm>
          <a:prstGeom xmlns:a="http://schemas.openxmlformats.org/drawingml/2006/main" prst="roundRect">
            <a:avLst>
              <a:gd name="adj" fmla="val 50000"/>
            </a:avLst>
          </a:prstGeom>
          <a:solidFill xmlns:a="http://schemas.openxmlformats.org/drawingml/2006/main">
            <a:srgbClr val="CDDBE8"/>
          </a:solidFill>
          <a:ln xmlns:a="http://schemas.openxmlformats.org/drawingml/2006/main" w="15240">
            <a:noFill/>
          </a:ln>
        </p:spPr>
      </p:sp>
      <p:pic>
        <p:nvPicPr>
          <p:cNvPr id="69" name=""/>
          <p:cNvPicPr>
            <a:picLocks xmlns:a="http://schemas.openxmlformats.org/drawingml/2006/main" noChangeAspect="1"/>
          </p:cNvPicPr>
          <p:nvPr/>
        </p:nvPicPr>
        <p:blipFill>
          <a:blip xmlns:r="http://schemas.openxmlformats.org/officeDocument/2006/relationships" xmlns:a="http://schemas.openxmlformats.org/drawingml/2006/main" r:embed="Rfc841ea67df4469e">
            <a:extLst>
              <a:ext uri="{96DAC541-7B7A-43D3-8B79-37D633B846F1}">
                <asvg:svgBlip xmlns:asvg="http://schemas.microsoft.com/office/drawing/2016/SVG/main" r:embed="R6b95f77dc99f4df9"/>
              </a:ext>
            </a:extLst>
          </a:blip>
          <a:stretch xmlns:a="http://schemas.openxmlformats.org/drawingml/2006/main"/>
        </p:blipFill>
        <p:spPr>
          <a:xfrm xmlns:a="http://schemas.openxmlformats.org/drawingml/2006/main">
            <a:off x="466725" y="2838450"/>
            <a:ext cx="295275" cy="295275"/>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516B9C72-C862-4735-868E-802428ACF16B}"/>
              </a:ext>
            </a:extLst>
          </p:cNvPr>
          <p:cNvSpPr>
            <a:spLocks xmlns:a="http://schemas.openxmlformats.org/drawingml/2006/main" noGrp="1"/>
          </p:cNvSpPr>
          <p:nvPr/>
        </p:nvSpPr>
        <p:spPr>
          <a:xfrm xmlns:a="http://schemas.openxmlformats.org/drawingml/2006/main">
            <a:off x="942975" y="2790825"/>
            <a:ext cx="4552950" cy="285750"/>
          </a:xfrm>
          <a:prstGeom xmlns:a="http://schemas.openxmlformats.org/drawingml/2006/main" prst="roundRect">
            <a:avLst>
              <a:gd name="adj" fmla="val 40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IMD surface instrumentation</a:t>
            </a:r>
          </a:p>
        </p:txBody>
      </p:sp>
      <p:sp>
        <p:nvSpPr>
          <p:cNvPr id="21" name="">
            <a:extLst xmlns:a="http://schemas.openxmlformats.org/drawingml/2006/main">
              <a:ext uri="{FF2B5EF4-FFF2-40B4-BE49-F238E27FC236}">
                <a16:creationId xmlns:a16="http://schemas.microsoft.com/office/drawing/2014/main" id="{63538FA4-679C-408E-B8B9-486EC33F785D}"/>
              </a:ext>
            </a:extLst>
          </p:cNvPr>
          <p:cNvSpPr>
            <a:spLocks xmlns:a="http://schemas.openxmlformats.org/drawingml/2006/main" noGrp="1"/>
          </p:cNvSpPr>
          <p:nvPr/>
        </p:nvSpPr>
        <p:spPr>
          <a:xfrm xmlns:a="http://schemas.openxmlformats.org/drawingml/2006/main">
            <a:off x="942975" y="3076575"/>
            <a:ext cx="4552950" cy="247650"/>
          </a:xfrm>
          <a:prstGeom xmlns:a="http://schemas.openxmlformats.org/drawingml/2006/main" prst="roundRect">
            <a:avLst>
              <a:gd name="adj" fmla="val 46154"/>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67B"/>
                </a:solidFill>
                <a:latin typeface="Arial"/>
                <a:ea typeface="Arial"/>
                <a:cs typeface="Arial"/>
              </a:defRPr>
            </a:pPr>
            <a:r>
              <a:rPr sz="1275" b="0">
                <a:solidFill>
                  <a:srgbClr val="52667B"/>
                </a:solidFill>
                <a:latin typeface="Arial"/>
                <a:ea typeface="Arial"/>
                <a:cs typeface="Arial"/>
              </a:rPr>
              <a:t>AWS measurements and monitoring</a:t>
            </a:r>
          </a:p>
        </p:txBody>
      </p:sp>
      <p:sp>
        <p:nvSpPr>
          <p:cNvPr id="22" name="">
            <a:extLst xmlns:a="http://schemas.openxmlformats.org/drawingml/2006/main">
              <a:ext uri="{FF2B5EF4-FFF2-40B4-BE49-F238E27FC236}">
                <a16:creationId xmlns:a16="http://schemas.microsoft.com/office/drawing/2014/main" id="{F48EA3F3-3207-4B3A-A292-91386846C1F2}"/>
              </a:ext>
            </a:extLst>
          </p:cNvPr>
          <p:cNvSpPr>
            <a:spLocks xmlns:a="http://schemas.openxmlformats.org/drawingml/2006/main" noGrp="1"/>
          </p:cNvSpPr>
          <p:nvPr/>
        </p:nvSpPr>
        <p:spPr>
          <a:xfrm xmlns:a="http://schemas.openxmlformats.org/drawingml/2006/main">
            <a:off x="5619750" y="2962275"/>
            <a:ext cx="19050" cy="19050"/>
          </a:xfrm>
          <a:prstGeom xmlns:a="http://schemas.openxmlformats.org/drawingml/2006/main" prst="roundRect">
            <a:avLst>
              <a:gd name="adj" fmla="val 50000"/>
            </a:avLst>
          </a:prstGeom>
          <a:noFill xmlns:a="http://schemas.openxmlformats.org/drawingml/2006/main"/>
          <a:ln xmlns:a="http://schemas.openxmlformats.org/drawingml/2006/main" w="15240">
            <a:noFill/>
          </a:ln>
        </p:spPr>
      </p:sp>
      <p:sp>
        <p:nvSpPr>
          <p:cNvPr id="23" name="">
            <a:extLst xmlns:a="http://schemas.openxmlformats.org/drawingml/2006/main">
              <a:ext uri="{FF2B5EF4-FFF2-40B4-BE49-F238E27FC236}">
                <a16:creationId xmlns:a16="http://schemas.microsoft.com/office/drawing/2014/main" id="{384456A0-1F57-4FF2-9073-C57C864A0A74}"/>
              </a:ext>
            </a:extLst>
          </p:cNvPr>
          <p:cNvSpPr>
            <a:spLocks xmlns:a="http://schemas.openxmlformats.org/drawingml/2006/main" noGrp="1"/>
          </p:cNvSpPr>
          <p:nvPr/>
        </p:nvSpPr>
        <p:spPr>
          <a:xfrm xmlns:a="http://schemas.openxmlformats.org/drawingml/2006/main">
            <a:off x="6038850" y="2962275"/>
            <a:ext cx="19050" cy="19050"/>
          </a:xfrm>
          <a:prstGeom xmlns:a="http://schemas.openxmlformats.org/drawingml/2006/main" prst="roundRect">
            <a:avLst>
              <a:gd name="adj" fmla="val 50000"/>
            </a:avLst>
          </a:prstGeom>
          <a:noFill xmlns:a="http://schemas.openxmlformats.org/drawingml/2006/main"/>
          <a:ln xmlns:a="http://schemas.openxmlformats.org/drawingml/2006/main" w="15240">
            <a:noFill/>
          </a:ln>
        </p:spPr>
      </p:sp>
      <p:cxnSp>
        <p:nvCxnSpPr>
          <p:cNvPr id="74" name=""/>
          <p:cNvCxnSpPr>
            <a:stCxn xmlns:a="http://schemas.openxmlformats.org/drawingml/2006/main" id="22" idx="3"/>
            <a:endCxn xmlns:a="http://schemas.openxmlformats.org/drawingml/2006/main" id="23" idx="1"/>
          </p:cNvCxnSpPr>
          <p:nvPr/>
        </p:nvCxnSpPr>
        <p:spPr>
          <a:xfrm xmlns:a="http://schemas.openxmlformats.org/drawingml/2006/main">
            <a:off x="5638800" y="2971800"/>
            <a:ext cx="400050" cy="0"/>
          </a:xfrm>
          <a:prstGeom xmlns:a="http://schemas.openxmlformats.org/drawingml/2006/main" prst="straightConnector1">
            <a:avLst/>
          </a:prstGeom>
          <a:ln xmlns:a="http://schemas.openxmlformats.org/drawingml/2006/main" w="20955">
            <a:solidFill>
              <a:srgbClr val="168B83"/>
            </a:solidFill>
            <a:tailEnd type="triangle" w="sm" len="sm"/>
          </a:ln>
        </p:spPr>
      </p:cxnSp>
      <p:sp>
        <p:nvSpPr>
          <p:cNvPr id="25" name="">
            <a:extLst xmlns:a="http://schemas.openxmlformats.org/drawingml/2006/main">
              <a:ext uri="{FF2B5EF4-FFF2-40B4-BE49-F238E27FC236}">
                <a16:creationId xmlns:a16="http://schemas.microsoft.com/office/drawing/2014/main" id="{28CE35DE-0F24-4EEC-B849-0725981F494F}"/>
              </a:ext>
            </a:extLst>
          </p:cNvPr>
          <p:cNvSpPr>
            <a:spLocks xmlns:a="http://schemas.openxmlformats.org/drawingml/2006/main" noGrp="1"/>
          </p:cNvSpPr>
          <p:nvPr/>
        </p:nvSpPr>
        <p:spPr>
          <a:xfrm xmlns:a="http://schemas.openxmlformats.org/drawingml/2006/main">
            <a:off x="6257925" y="2876550"/>
            <a:ext cx="5495925" cy="476250"/>
          </a:xfrm>
          <a:prstGeom xmlns:a="http://schemas.openxmlformats.org/drawingml/2006/main" prst="roundRect">
            <a:avLst>
              <a:gd name="adj" fmla="val 24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17324D"/>
                </a:solidFill>
                <a:latin typeface="Arial"/>
                <a:ea typeface="Arial"/>
                <a:cs typeface="Arial"/>
              </a:defRPr>
            </a:pPr>
            <a:r>
              <a:rPr sz="1575" b="0">
                <a:solidFill>
                  <a:srgbClr val="17324D"/>
                </a:solidFill>
                <a:latin typeface="Arial"/>
                <a:ea typeface="Arial"/>
                <a:cs typeface="Arial"/>
              </a:rPr>
              <a:t>Informs observation metadata and station context.</a:t>
            </a:r>
          </a:p>
        </p:txBody>
      </p:sp>
      <p:sp>
        <p:nvSpPr>
          <p:cNvPr id="26" name="">
            <a:extLst xmlns:a="http://schemas.openxmlformats.org/drawingml/2006/main">
              <a:ext uri="{FF2B5EF4-FFF2-40B4-BE49-F238E27FC236}">
                <a16:creationId xmlns:a16="http://schemas.microsoft.com/office/drawing/2014/main" id="{6584DA6E-6329-4C52-81D9-A362EDE65764}"/>
              </a:ext>
            </a:extLst>
          </p:cNvPr>
          <p:cNvSpPr>
            <a:spLocks xmlns:a="http://schemas.openxmlformats.org/drawingml/2006/main" noGrp="1"/>
          </p:cNvSpPr>
          <p:nvPr/>
        </p:nvSpPr>
        <p:spPr>
          <a:xfrm xmlns:a="http://schemas.openxmlformats.org/drawingml/2006/main">
            <a:off x="942975" y="3419475"/>
            <a:ext cx="10810875" cy="9525"/>
          </a:xfrm>
          <a:prstGeom xmlns:a="http://schemas.openxmlformats.org/drawingml/2006/main" prst="roundRect">
            <a:avLst>
              <a:gd name="adj" fmla="val 50000"/>
            </a:avLst>
          </a:prstGeom>
          <a:solidFill xmlns:a="http://schemas.openxmlformats.org/drawingml/2006/main">
            <a:srgbClr val="CDDBE8"/>
          </a:solidFill>
          <a:ln xmlns:a="http://schemas.openxmlformats.org/drawingml/2006/main" w="15240">
            <a:noFill/>
          </a:ln>
        </p:spPr>
      </p:sp>
      <p:pic>
        <p:nvPicPr>
          <p:cNvPr id="77" name=""/>
          <p:cNvPicPr>
            <a:picLocks xmlns:a="http://schemas.openxmlformats.org/drawingml/2006/main" noChangeAspect="1"/>
          </p:cNvPicPr>
          <p:nvPr/>
        </p:nvPicPr>
        <p:blipFill>
          <a:blip xmlns:r="http://schemas.openxmlformats.org/officeDocument/2006/relationships" xmlns:a="http://schemas.openxmlformats.org/drawingml/2006/main" r:embed="R9a265c15349246af">
            <a:extLst>
              <a:ext uri="{96DAC541-7B7A-43D3-8B79-37D633B846F1}">
                <asvg:svgBlip xmlns:asvg="http://schemas.microsoft.com/office/drawing/2016/SVG/main" r:embed="R43466bd084554731"/>
              </a:ext>
            </a:extLst>
          </a:blip>
          <a:stretch xmlns:a="http://schemas.openxmlformats.org/drawingml/2006/main"/>
        </p:blipFill>
        <p:spPr>
          <a:xfrm xmlns:a="http://schemas.openxmlformats.org/drawingml/2006/main">
            <a:off x="466725" y="3581400"/>
            <a:ext cx="295275" cy="295275"/>
          </a:xfrm>
          <a:prstGeom xmlns:a="http://schemas.openxmlformats.org/drawingml/2006/main" prst="rect">
            <a:avLst/>
          </a:prstGeom>
        </p:spPr>
      </p:pic>
      <p:sp>
        <p:nvSpPr>
          <p:cNvPr id="28" name="">
            <a:extLst xmlns:a="http://schemas.openxmlformats.org/drawingml/2006/main">
              <a:ext uri="{FF2B5EF4-FFF2-40B4-BE49-F238E27FC236}">
                <a16:creationId xmlns:a16="http://schemas.microsoft.com/office/drawing/2014/main" id="{54300DE0-A124-4D07-9292-AE5607F6FD77}"/>
              </a:ext>
            </a:extLst>
          </p:cNvPr>
          <p:cNvSpPr>
            <a:spLocks xmlns:a="http://schemas.openxmlformats.org/drawingml/2006/main" noGrp="1"/>
          </p:cNvSpPr>
          <p:nvPr/>
        </p:nvSpPr>
        <p:spPr>
          <a:xfrm xmlns:a="http://schemas.openxmlformats.org/drawingml/2006/main">
            <a:off x="942975" y="3533775"/>
            <a:ext cx="4552950" cy="285750"/>
          </a:xfrm>
          <a:prstGeom xmlns:a="http://schemas.openxmlformats.org/drawingml/2006/main" prst="roundRect">
            <a:avLst>
              <a:gd name="adj" fmla="val 40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WMO Guide No. 8</a:t>
            </a:r>
          </a:p>
        </p:txBody>
      </p:sp>
      <p:sp>
        <p:nvSpPr>
          <p:cNvPr id="29" name="">
            <a:extLst xmlns:a="http://schemas.openxmlformats.org/drawingml/2006/main">
              <a:ext uri="{FF2B5EF4-FFF2-40B4-BE49-F238E27FC236}">
                <a16:creationId xmlns:a16="http://schemas.microsoft.com/office/drawing/2014/main" id="{D771FB53-CA7C-4B73-80B6-2BD516DA4938}"/>
              </a:ext>
            </a:extLst>
          </p:cNvPr>
          <p:cNvSpPr>
            <a:spLocks xmlns:a="http://schemas.openxmlformats.org/drawingml/2006/main" noGrp="1"/>
          </p:cNvSpPr>
          <p:nvPr/>
        </p:nvSpPr>
        <p:spPr>
          <a:xfrm xmlns:a="http://schemas.openxmlformats.org/drawingml/2006/main">
            <a:off x="942975" y="3819525"/>
            <a:ext cx="4552950" cy="247650"/>
          </a:xfrm>
          <a:prstGeom xmlns:a="http://schemas.openxmlformats.org/drawingml/2006/main" prst="roundRect">
            <a:avLst>
              <a:gd name="adj" fmla="val 46154"/>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67B"/>
                </a:solidFill>
                <a:latin typeface="Arial"/>
                <a:ea typeface="Arial"/>
                <a:cs typeface="Arial"/>
              </a:defRPr>
            </a:pPr>
            <a:r>
              <a:rPr sz="1275" b="0">
                <a:solidFill>
                  <a:srgbClr val="52667B"/>
                </a:solidFill>
                <a:latin typeface="Arial"/>
                <a:ea typeface="Arial"/>
                <a:cs typeface="Arial"/>
              </a:rPr>
              <a:t>Measurement methods and data quality</a:t>
            </a:r>
          </a:p>
        </p:txBody>
      </p:sp>
      <p:sp>
        <p:nvSpPr>
          <p:cNvPr id="30" name="">
            <a:extLst xmlns:a="http://schemas.openxmlformats.org/drawingml/2006/main">
              <a:ext uri="{FF2B5EF4-FFF2-40B4-BE49-F238E27FC236}">
                <a16:creationId xmlns:a16="http://schemas.microsoft.com/office/drawing/2014/main" id="{A460D161-9385-48EC-B347-CC2A9E0C3F8C}"/>
              </a:ext>
            </a:extLst>
          </p:cNvPr>
          <p:cNvSpPr>
            <a:spLocks xmlns:a="http://schemas.openxmlformats.org/drawingml/2006/main" noGrp="1"/>
          </p:cNvSpPr>
          <p:nvPr/>
        </p:nvSpPr>
        <p:spPr>
          <a:xfrm xmlns:a="http://schemas.openxmlformats.org/drawingml/2006/main">
            <a:off x="5619750" y="3705225"/>
            <a:ext cx="19050" cy="19050"/>
          </a:xfrm>
          <a:prstGeom xmlns:a="http://schemas.openxmlformats.org/drawingml/2006/main" prst="roundRect">
            <a:avLst>
              <a:gd name="adj" fmla="val 50000"/>
            </a:avLst>
          </a:prstGeom>
          <a:noFill xmlns:a="http://schemas.openxmlformats.org/drawingml/2006/main"/>
          <a:ln xmlns:a="http://schemas.openxmlformats.org/drawingml/2006/main" w="15240">
            <a:noFill/>
          </a:ln>
        </p:spPr>
      </p:sp>
      <p:sp>
        <p:nvSpPr>
          <p:cNvPr id="31" name="">
            <a:extLst xmlns:a="http://schemas.openxmlformats.org/drawingml/2006/main">
              <a:ext uri="{FF2B5EF4-FFF2-40B4-BE49-F238E27FC236}">
                <a16:creationId xmlns:a16="http://schemas.microsoft.com/office/drawing/2014/main" id="{3A619260-CAB5-48CF-903A-A349F54959B7}"/>
              </a:ext>
            </a:extLst>
          </p:cNvPr>
          <p:cNvSpPr>
            <a:spLocks xmlns:a="http://schemas.openxmlformats.org/drawingml/2006/main" noGrp="1"/>
          </p:cNvSpPr>
          <p:nvPr/>
        </p:nvSpPr>
        <p:spPr>
          <a:xfrm xmlns:a="http://schemas.openxmlformats.org/drawingml/2006/main">
            <a:off x="6038850" y="3705225"/>
            <a:ext cx="19050" cy="19050"/>
          </a:xfrm>
          <a:prstGeom xmlns:a="http://schemas.openxmlformats.org/drawingml/2006/main" prst="roundRect">
            <a:avLst>
              <a:gd name="adj" fmla="val 50000"/>
            </a:avLst>
          </a:prstGeom>
          <a:noFill xmlns:a="http://schemas.openxmlformats.org/drawingml/2006/main"/>
          <a:ln xmlns:a="http://schemas.openxmlformats.org/drawingml/2006/main" w="15240">
            <a:noFill/>
          </a:ln>
        </p:spPr>
      </p:sp>
      <p:cxnSp>
        <p:nvCxnSpPr>
          <p:cNvPr id="82" name=""/>
          <p:cNvCxnSpPr>
            <a:stCxn xmlns:a="http://schemas.openxmlformats.org/drawingml/2006/main" id="30" idx="3"/>
            <a:endCxn xmlns:a="http://schemas.openxmlformats.org/drawingml/2006/main" id="31" idx="1"/>
          </p:cNvCxnSpPr>
          <p:nvPr/>
        </p:nvCxnSpPr>
        <p:spPr>
          <a:xfrm xmlns:a="http://schemas.openxmlformats.org/drawingml/2006/main">
            <a:off x="5638800" y="3714750"/>
            <a:ext cx="400050" cy="0"/>
          </a:xfrm>
          <a:prstGeom xmlns:a="http://schemas.openxmlformats.org/drawingml/2006/main" prst="straightConnector1">
            <a:avLst/>
          </a:prstGeom>
          <a:ln xmlns:a="http://schemas.openxmlformats.org/drawingml/2006/main" w="20955">
            <a:solidFill>
              <a:srgbClr val="168B83"/>
            </a:solidFill>
            <a:tailEnd type="triangle" w="sm" len="sm"/>
          </a:ln>
        </p:spPr>
      </p:cxnSp>
      <p:sp>
        <p:nvSpPr>
          <p:cNvPr id="33" name="">
            <a:extLst xmlns:a="http://schemas.openxmlformats.org/drawingml/2006/main">
              <a:ext uri="{FF2B5EF4-FFF2-40B4-BE49-F238E27FC236}">
                <a16:creationId xmlns:a16="http://schemas.microsoft.com/office/drawing/2014/main" id="{5443E6A3-AD38-4077-88E5-C50C11F625BE}"/>
              </a:ext>
            </a:extLst>
          </p:cNvPr>
          <p:cNvSpPr>
            <a:spLocks xmlns:a="http://schemas.openxmlformats.org/drawingml/2006/main" noGrp="1"/>
          </p:cNvSpPr>
          <p:nvPr/>
        </p:nvSpPr>
        <p:spPr>
          <a:xfrm xmlns:a="http://schemas.openxmlformats.org/drawingml/2006/main">
            <a:off x="6257925" y="3619500"/>
            <a:ext cx="5495925" cy="476250"/>
          </a:xfrm>
          <a:prstGeom xmlns:a="http://schemas.openxmlformats.org/drawingml/2006/main" prst="roundRect">
            <a:avLst>
              <a:gd name="adj" fmla="val 24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17324D"/>
                </a:solidFill>
                <a:latin typeface="Arial"/>
                <a:ea typeface="Arial"/>
                <a:cs typeface="Arial"/>
              </a:defRPr>
            </a:pPr>
            <a:r>
              <a:rPr sz="1575" b="0">
                <a:solidFill>
                  <a:srgbClr val="17324D"/>
                </a:solidFill>
                <a:latin typeface="Arial"/>
                <a:ea typeface="Arial"/>
                <a:cs typeface="Arial"/>
              </a:rPr>
              <a:t>Guides physical plausibility and quality checks.</a:t>
            </a:r>
          </a:p>
        </p:txBody>
      </p:sp>
      <p:sp>
        <p:nvSpPr>
          <p:cNvPr id="34" name="">
            <a:extLst xmlns:a="http://schemas.openxmlformats.org/drawingml/2006/main">
              <a:ext uri="{FF2B5EF4-FFF2-40B4-BE49-F238E27FC236}">
                <a16:creationId xmlns:a16="http://schemas.microsoft.com/office/drawing/2014/main" id="{037BC131-0D40-4ECB-A407-B3B705487F0F}"/>
              </a:ext>
            </a:extLst>
          </p:cNvPr>
          <p:cNvSpPr>
            <a:spLocks xmlns:a="http://schemas.openxmlformats.org/drawingml/2006/main" noGrp="1"/>
          </p:cNvSpPr>
          <p:nvPr/>
        </p:nvSpPr>
        <p:spPr>
          <a:xfrm xmlns:a="http://schemas.openxmlformats.org/drawingml/2006/main">
            <a:off x="942975" y="4162425"/>
            <a:ext cx="10810875" cy="9525"/>
          </a:xfrm>
          <a:prstGeom xmlns:a="http://schemas.openxmlformats.org/drawingml/2006/main" prst="roundRect">
            <a:avLst>
              <a:gd name="adj" fmla="val 50000"/>
            </a:avLst>
          </a:prstGeom>
          <a:solidFill xmlns:a="http://schemas.openxmlformats.org/drawingml/2006/main">
            <a:srgbClr val="CDDBE8"/>
          </a:solidFill>
          <a:ln xmlns:a="http://schemas.openxmlformats.org/drawingml/2006/main" w="15240">
            <a:noFill/>
          </a:ln>
        </p:spPr>
      </p:sp>
      <p:pic>
        <p:nvPicPr>
          <p:cNvPr id="85" name=""/>
          <p:cNvPicPr>
            <a:picLocks xmlns:a="http://schemas.openxmlformats.org/drawingml/2006/main" noChangeAspect="1"/>
          </p:cNvPicPr>
          <p:nvPr/>
        </p:nvPicPr>
        <p:blipFill>
          <a:blip xmlns:r="http://schemas.openxmlformats.org/officeDocument/2006/relationships" xmlns:a="http://schemas.openxmlformats.org/drawingml/2006/main" r:embed="Ra76cc3d018b54111">
            <a:extLst>
              <a:ext uri="{96DAC541-7B7A-43D3-8B79-37D633B846F1}">
                <asvg:svgBlip xmlns:asvg="http://schemas.microsoft.com/office/drawing/2016/SVG/main" r:embed="R07d46640e348427f"/>
              </a:ext>
            </a:extLst>
          </a:blip>
          <a:stretch xmlns:a="http://schemas.openxmlformats.org/drawingml/2006/main"/>
        </p:blipFill>
        <p:spPr>
          <a:xfrm xmlns:a="http://schemas.openxmlformats.org/drawingml/2006/main">
            <a:off x="466725" y="4324350"/>
            <a:ext cx="295275" cy="295275"/>
          </a:xfrm>
          <a:prstGeom xmlns:a="http://schemas.openxmlformats.org/drawingml/2006/main" prst="rect">
            <a:avLst/>
          </a:prstGeom>
        </p:spPr>
      </p:pic>
      <p:sp>
        <p:nvSpPr>
          <p:cNvPr id="36" name="">
            <a:extLst xmlns:a="http://schemas.openxmlformats.org/drawingml/2006/main">
              <a:ext uri="{FF2B5EF4-FFF2-40B4-BE49-F238E27FC236}">
                <a16:creationId xmlns:a16="http://schemas.microsoft.com/office/drawing/2014/main" id="{7D2D93FD-E023-4C5E-8EE7-8EB423AB6A9D}"/>
              </a:ext>
            </a:extLst>
          </p:cNvPr>
          <p:cNvSpPr>
            <a:spLocks xmlns:a="http://schemas.openxmlformats.org/drawingml/2006/main" noGrp="1"/>
          </p:cNvSpPr>
          <p:nvPr/>
        </p:nvSpPr>
        <p:spPr>
          <a:xfrm xmlns:a="http://schemas.openxmlformats.org/drawingml/2006/main">
            <a:off x="942975" y="4276725"/>
            <a:ext cx="4552950" cy="285750"/>
          </a:xfrm>
          <a:prstGeom xmlns:a="http://schemas.openxmlformats.org/drawingml/2006/main" prst="roundRect">
            <a:avLst>
              <a:gd name="adj" fmla="val 40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scikit-learn: Isolation Forest</a:t>
            </a:r>
          </a:p>
        </p:txBody>
      </p:sp>
      <p:sp>
        <p:nvSpPr>
          <p:cNvPr id="37" name="">
            <a:extLst xmlns:a="http://schemas.openxmlformats.org/drawingml/2006/main">
              <a:ext uri="{FF2B5EF4-FFF2-40B4-BE49-F238E27FC236}">
                <a16:creationId xmlns:a16="http://schemas.microsoft.com/office/drawing/2014/main" id="{EBCB0A40-A93E-47B7-8504-8ED8FC30EE25}"/>
              </a:ext>
            </a:extLst>
          </p:cNvPr>
          <p:cNvSpPr>
            <a:spLocks xmlns:a="http://schemas.openxmlformats.org/drawingml/2006/main" noGrp="1"/>
          </p:cNvSpPr>
          <p:nvPr/>
        </p:nvSpPr>
        <p:spPr>
          <a:xfrm xmlns:a="http://schemas.openxmlformats.org/drawingml/2006/main">
            <a:off x="942975" y="4562475"/>
            <a:ext cx="4552950" cy="247650"/>
          </a:xfrm>
          <a:prstGeom xmlns:a="http://schemas.openxmlformats.org/drawingml/2006/main" prst="roundRect">
            <a:avLst>
              <a:gd name="adj" fmla="val 46154"/>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67B"/>
                </a:solidFill>
                <a:latin typeface="Arial"/>
                <a:ea typeface="Arial"/>
                <a:cs typeface="Arial"/>
              </a:defRPr>
            </a:pPr>
            <a:r>
              <a:rPr sz="1275" b="0">
                <a:solidFill>
                  <a:srgbClr val="52667B"/>
                </a:solidFill>
                <a:latin typeface="Arial"/>
                <a:ea typeface="Arial"/>
                <a:cs typeface="Arial"/>
              </a:rPr>
              <a:t>Unsupervised anomaly detection</a:t>
            </a:r>
          </a:p>
        </p:txBody>
      </p:sp>
      <p:sp>
        <p:nvSpPr>
          <p:cNvPr id="38" name="">
            <a:extLst xmlns:a="http://schemas.openxmlformats.org/drawingml/2006/main">
              <a:ext uri="{FF2B5EF4-FFF2-40B4-BE49-F238E27FC236}">
                <a16:creationId xmlns:a16="http://schemas.microsoft.com/office/drawing/2014/main" id="{D78D0B44-A7F4-4F97-B29C-DF9691395510}"/>
              </a:ext>
            </a:extLst>
          </p:cNvPr>
          <p:cNvSpPr>
            <a:spLocks xmlns:a="http://schemas.openxmlformats.org/drawingml/2006/main" noGrp="1"/>
          </p:cNvSpPr>
          <p:nvPr/>
        </p:nvSpPr>
        <p:spPr>
          <a:xfrm xmlns:a="http://schemas.openxmlformats.org/drawingml/2006/main">
            <a:off x="5619750" y="4448175"/>
            <a:ext cx="19050" cy="19050"/>
          </a:xfrm>
          <a:prstGeom xmlns:a="http://schemas.openxmlformats.org/drawingml/2006/main" prst="roundRect">
            <a:avLst>
              <a:gd name="adj" fmla="val 50000"/>
            </a:avLst>
          </a:prstGeom>
          <a:noFill xmlns:a="http://schemas.openxmlformats.org/drawingml/2006/main"/>
          <a:ln xmlns:a="http://schemas.openxmlformats.org/drawingml/2006/main" w="15240">
            <a:noFill/>
          </a:ln>
        </p:spPr>
      </p:sp>
      <p:sp>
        <p:nvSpPr>
          <p:cNvPr id="39" name="">
            <a:extLst xmlns:a="http://schemas.openxmlformats.org/drawingml/2006/main">
              <a:ext uri="{FF2B5EF4-FFF2-40B4-BE49-F238E27FC236}">
                <a16:creationId xmlns:a16="http://schemas.microsoft.com/office/drawing/2014/main" id="{B678C47F-6C92-47CF-BDAC-319ECF2659F4}"/>
              </a:ext>
            </a:extLst>
          </p:cNvPr>
          <p:cNvSpPr>
            <a:spLocks xmlns:a="http://schemas.openxmlformats.org/drawingml/2006/main" noGrp="1"/>
          </p:cNvSpPr>
          <p:nvPr/>
        </p:nvSpPr>
        <p:spPr>
          <a:xfrm xmlns:a="http://schemas.openxmlformats.org/drawingml/2006/main">
            <a:off x="6038850" y="4448175"/>
            <a:ext cx="19050" cy="19050"/>
          </a:xfrm>
          <a:prstGeom xmlns:a="http://schemas.openxmlformats.org/drawingml/2006/main" prst="roundRect">
            <a:avLst>
              <a:gd name="adj" fmla="val 50000"/>
            </a:avLst>
          </a:prstGeom>
          <a:noFill xmlns:a="http://schemas.openxmlformats.org/drawingml/2006/main"/>
          <a:ln xmlns:a="http://schemas.openxmlformats.org/drawingml/2006/main" w="15240">
            <a:noFill/>
          </a:ln>
        </p:spPr>
      </p:sp>
      <p:cxnSp>
        <p:nvCxnSpPr>
          <p:cNvPr id="90" name=""/>
          <p:cNvCxnSpPr>
            <a:stCxn xmlns:a="http://schemas.openxmlformats.org/drawingml/2006/main" id="38" idx="3"/>
            <a:endCxn xmlns:a="http://schemas.openxmlformats.org/drawingml/2006/main" id="39" idx="1"/>
          </p:cNvCxnSpPr>
          <p:nvPr/>
        </p:nvCxnSpPr>
        <p:spPr>
          <a:xfrm xmlns:a="http://schemas.openxmlformats.org/drawingml/2006/main">
            <a:off x="5638800" y="4457700"/>
            <a:ext cx="400050" cy="0"/>
          </a:xfrm>
          <a:prstGeom xmlns:a="http://schemas.openxmlformats.org/drawingml/2006/main" prst="straightConnector1">
            <a:avLst/>
          </a:prstGeom>
          <a:ln xmlns:a="http://schemas.openxmlformats.org/drawingml/2006/main" w="20955">
            <a:solidFill>
              <a:srgbClr val="168B83"/>
            </a:solidFill>
            <a:tailEnd type="triangle" w="sm" len="sm"/>
          </a:ln>
        </p:spPr>
      </p:cxnSp>
      <p:sp>
        <p:nvSpPr>
          <p:cNvPr id="41" name="">
            <a:extLst xmlns:a="http://schemas.openxmlformats.org/drawingml/2006/main">
              <a:ext uri="{FF2B5EF4-FFF2-40B4-BE49-F238E27FC236}">
                <a16:creationId xmlns:a16="http://schemas.microsoft.com/office/drawing/2014/main" id="{08A4221C-C72B-4209-B936-F8C04833AA0A}"/>
              </a:ext>
            </a:extLst>
          </p:cNvPr>
          <p:cNvSpPr>
            <a:spLocks xmlns:a="http://schemas.openxmlformats.org/drawingml/2006/main" noGrp="1"/>
          </p:cNvSpPr>
          <p:nvPr/>
        </p:nvSpPr>
        <p:spPr>
          <a:xfrm xmlns:a="http://schemas.openxmlformats.org/drawingml/2006/main">
            <a:off x="6257925" y="4362450"/>
            <a:ext cx="5495925" cy="476250"/>
          </a:xfrm>
          <a:prstGeom xmlns:a="http://schemas.openxmlformats.org/drawingml/2006/main" prst="roundRect">
            <a:avLst>
              <a:gd name="adj" fmla="val 24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17324D"/>
                </a:solidFill>
                <a:latin typeface="Arial"/>
                <a:ea typeface="Arial"/>
                <a:cs typeface="Arial"/>
              </a:defRPr>
            </a:pPr>
            <a:r>
              <a:rPr sz="1575" b="0">
                <a:solidFill>
                  <a:srgbClr val="17324D"/>
                </a:solidFill>
                <a:latin typeface="Arial"/>
                <a:ea typeface="Arial"/>
                <a:cs typeface="Arial"/>
              </a:rPr>
              <a:t>Supports the ML score alongside other evidence.</a:t>
            </a:r>
          </a:p>
        </p:txBody>
      </p:sp>
      <p:sp>
        <p:nvSpPr>
          <p:cNvPr id="42" name="">
            <a:extLst xmlns:a="http://schemas.openxmlformats.org/drawingml/2006/main">
              <a:ext uri="{FF2B5EF4-FFF2-40B4-BE49-F238E27FC236}">
                <a16:creationId xmlns:a16="http://schemas.microsoft.com/office/drawing/2014/main" id="{39717968-3F23-4111-B5D8-E34732609586}"/>
              </a:ext>
            </a:extLst>
          </p:cNvPr>
          <p:cNvSpPr>
            <a:spLocks xmlns:a="http://schemas.openxmlformats.org/drawingml/2006/main" noGrp="1"/>
          </p:cNvSpPr>
          <p:nvPr/>
        </p:nvSpPr>
        <p:spPr>
          <a:xfrm xmlns:a="http://schemas.openxmlformats.org/drawingml/2006/main">
            <a:off x="942975" y="4905375"/>
            <a:ext cx="10810875" cy="9525"/>
          </a:xfrm>
          <a:prstGeom xmlns:a="http://schemas.openxmlformats.org/drawingml/2006/main" prst="roundRect">
            <a:avLst>
              <a:gd name="adj" fmla="val 50000"/>
            </a:avLst>
          </a:prstGeom>
          <a:solidFill xmlns:a="http://schemas.openxmlformats.org/drawingml/2006/main">
            <a:srgbClr val="CDDBE8"/>
          </a:solidFill>
          <a:ln xmlns:a="http://schemas.openxmlformats.org/drawingml/2006/main" w="15240">
            <a:noFill/>
          </a:ln>
        </p:spPr>
      </p:sp>
      <p:pic>
        <p:nvPicPr>
          <p:cNvPr id="93" name=""/>
          <p:cNvPicPr>
            <a:picLocks xmlns:a="http://schemas.openxmlformats.org/drawingml/2006/main" noChangeAspect="1"/>
          </p:cNvPicPr>
          <p:nvPr/>
        </p:nvPicPr>
        <p:blipFill>
          <a:blip xmlns:r="http://schemas.openxmlformats.org/officeDocument/2006/relationships" xmlns:a="http://schemas.openxmlformats.org/drawingml/2006/main" r:embed="Rb5cb2c7ba9c84fb9">
            <a:extLst>
              <a:ext uri="{96DAC541-7B7A-43D3-8B79-37D633B846F1}">
                <asvg:svgBlip xmlns:asvg="http://schemas.microsoft.com/office/drawing/2016/SVG/main" r:embed="R56393ad4899c4dbd"/>
              </a:ext>
            </a:extLst>
          </a:blip>
          <a:stretch xmlns:a="http://schemas.openxmlformats.org/drawingml/2006/main"/>
        </p:blipFill>
        <p:spPr>
          <a:xfrm xmlns:a="http://schemas.openxmlformats.org/drawingml/2006/main">
            <a:off x="466725" y="5067300"/>
            <a:ext cx="295275" cy="295275"/>
          </a:xfrm>
          <a:prstGeom xmlns:a="http://schemas.openxmlformats.org/drawingml/2006/main" prst="rect">
            <a:avLst/>
          </a:prstGeom>
        </p:spPr>
      </p:pic>
      <p:sp>
        <p:nvSpPr>
          <p:cNvPr id="44" name="">
            <a:extLst xmlns:a="http://schemas.openxmlformats.org/drawingml/2006/main">
              <a:ext uri="{FF2B5EF4-FFF2-40B4-BE49-F238E27FC236}">
                <a16:creationId xmlns:a16="http://schemas.microsoft.com/office/drawing/2014/main" id="{69DC94D8-2DC4-45EB-961E-D648B255DCD8}"/>
              </a:ext>
            </a:extLst>
          </p:cNvPr>
          <p:cNvSpPr>
            <a:spLocks xmlns:a="http://schemas.openxmlformats.org/drawingml/2006/main" noGrp="1"/>
          </p:cNvSpPr>
          <p:nvPr/>
        </p:nvSpPr>
        <p:spPr>
          <a:xfrm xmlns:a="http://schemas.openxmlformats.org/drawingml/2006/main">
            <a:off x="942975" y="5019675"/>
            <a:ext cx="4552950" cy="285750"/>
          </a:xfrm>
          <a:prstGeom xmlns:a="http://schemas.openxmlformats.org/drawingml/2006/main" prst="roundRect">
            <a:avLst>
              <a:gd name="adj" fmla="val 40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PMFBY WINDS / OpenStreetMap</a:t>
            </a:r>
          </a:p>
        </p:txBody>
      </p:sp>
      <p:sp>
        <p:nvSpPr>
          <p:cNvPr id="45" name="">
            <a:extLst xmlns:a="http://schemas.openxmlformats.org/drawingml/2006/main">
              <a:ext uri="{FF2B5EF4-FFF2-40B4-BE49-F238E27FC236}">
                <a16:creationId xmlns:a16="http://schemas.microsoft.com/office/drawing/2014/main" id="{864C90C1-F8F4-40B9-8AA7-9C37791E9758}"/>
              </a:ext>
            </a:extLst>
          </p:cNvPr>
          <p:cNvSpPr>
            <a:spLocks xmlns:a="http://schemas.openxmlformats.org/drawingml/2006/main" noGrp="1"/>
          </p:cNvSpPr>
          <p:nvPr/>
        </p:nvSpPr>
        <p:spPr>
          <a:xfrm xmlns:a="http://schemas.openxmlformats.org/drawingml/2006/main">
            <a:off x="942975" y="5305425"/>
            <a:ext cx="4552950" cy="247650"/>
          </a:xfrm>
          <a:prstGeom xmlns:a="http://schemas.openxmlformats.org/drawingml/2006/main" prst="roundRect">
            <a:avLst>
              <a:gd name="adj" fmla="val 46154"/>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67B"/>
                </a:solidFill>
                <a:latin typeface="Arial"/>
                <a:ea typeface="Arial"/>
                <a:cs typeface="Arial"/>
              </a:defRPr>
            </a:pPr>
            <a:r>
              <a:rPr sz="1275" b="0">
                <a:solidFill>
                  <a:srgbClr val="52667B"/>
                </a:solidFill>
                <a:latin typeface="Arial"/>
                <a:ea typeface="Arial"/>
                <a:cs typeface="Arial"/>
              </a:rPr>
              <a:t>Station maps and geographic detail</a:t>
            </a:r>
          </a:p>
        </p:txBody>
      </p:sp>
      <p:sp>
        <p:nvSpPr>
          <p:cNvPr id="46" name="">
            <a:extLst xmlns:a="http://schemas.openxmlformats.org/drawingml/2006/main">
              <a:ext uri="{FF2B5EF4-FFF2-40B4-BE49-F238E27FC236}">
                <a16:creationId xmlns:a16="http://schemas.microsoft.com/office/drawing/2014/main" id="{D943B3B4-A2DD-4EFC-AAD8-6767B0793912}"/>
              </a:ext>
            </a:extLst>
          </p:cNvPr>
          <p:cNvSpPr>
            <a:spLocks xmlns:a="http://schemas.openxmlformats.org/drawingml/2006/main" noGrp="1"/>
          </p:cNvSpPr>
          <p:nvPr/>
        </p:nvSpPr>
        <p:spPr>
          <a:xfrm xmlns:a="http://schemas.openxmlformats.org/drawingml/2006/main">
            <a:off x="5619750" y="5191125"/>
            <a:ext cx="19050" cy="19050"/>
          </a:xfrm>
          <a:prstGeom xmlns:a="http://schemas.openxmlformats.org/drawingml/2006/main" prst="roundRect">
            <a:avLst>
              <a:gd name="adj" fmla="val 50000"/>
            </a:avLst>
          </a:prstGeom>
          <a:noFill xmlns:a="http://schemas.openxmlformats.org/drawingml/2006/main"/>
          <a:ln xmlns:a="http://schemas.openxmlformats.org/drawingml/2006/main" w="15240">
            <a:noFill/>
          </a:ln>
        </p:spPr>
      </p:sp>
      <p:sp>
        <p:nvSpPr>
          <p:cNvPr id="47" name="">
            <a:extLst xmlns:a="http://schemas.openxmlformats.org/drawingml/2006/main">
              <a:ext uri="{FF2B5EF4-FFF2-40B4-BE49-F238E27FC236}">
                <a16:creationId xmlns:a16="http://schemas.microsoft.com/office/drawing/2014/main" id="{88FAE1DA-553B-4B4C-8F1B-1C55E2B48404}"/>
              </a:ext>
            </a:extLst>
          </p:cNvPr>
          <p:cNvSpPr>
            <a:spLocks xmlns:a="http://schemas.openxmlformats.org/drawingml/2006/main" noGrp="1"/>
          </p:cNvSpPr>
          <p:nvPr/>
        </p:nvSpPr>
        <p:spPr>
          <a:xfrm xmlns:a="http://schemas.openxmlformats.org/drawingml/2006/main">
            <a:off x="6038850" y="5191125"/>
            <a:ext cx="19050" cy="19050"/>
          </a:xfrm>
          <a:prstGeom xmlns:a="http://schemas.openxmlformats.org/drawingml/2006/main" prst="roundRect">
            <a:avLst>
              <a:gd name="adj" fmla="val 50000"/>
            </a:avLst>
          </a:prstGeom>
          <a:noFill xmlns:a="http://schemas.openxmlformats.org/drawingml/2006/main"/>
          <a:ln xmlns:a="http://schemas.openxmlformats.org/drawingml/2006/main" w="15240">
            <a:noFill/>
          </a:ln>
        </p:spPr>
      </p:sp>
      <p:cxnSp>
        <p:nvCxnSpPr>
          <p:cNvPr id="98" name=""/>
          <p:cNvCxnSpPr>
            <a:stCxn xmlns:a="http://schemas.openxmlformats.org/drawingml/2006/main" id="46" idx="3"/>
            <a:endCxn xmlns:a="http://schemas.openxmlformats.org/drawingml/2006/main" id="47" idx="1"/>
          </p:cNvCxnSpPr>
          <p:nvPr/>
        </p:nvCxnSpPr>
        <p:spPr>
          <a:xfrm xmlns:a="http://schemas.openxmlformats.org/drawingml/2006/main">
            <a:off x="5638800" y="5200650"/>
            <a:ext cx="400050" cy="0"/>
          </a:xfrm>
          <a:prstGeom xmlns:a="http://schemas.openxmlformats.org/drawingml/2006/main" prst="straightConnector1">
            <a:avLst/>
          </a:prstGeom>
          <a:ln xmlns:a="http://schemas.openxmlformats.org/drawingml/2006/main" w="20955">
            <a:solidFill>
              <a:srgbClr val="168B83"/>
            </a:solidFill>
            <a:tailEnd type="triangle" w="sm" len="sm"/>
          </a:ln>
        </p:spPr>
      </p:cxnSp>
      <p:sp>
        <p:nvSpPr>
          <p:cNvPr id="49" name="">
            <a:extLst xmlns:a="http://schemas.openxmlformats.org/drawingml/2006/main">
              <a:ext uri="{FF2B5EF4-FFF2-40B4-BE49-F238E27FC236}">
                <a16:creationId xmlns:a16="http://schemas.microsoft.com/office/drawing/2014/main" id="{5F022B0C-DAF3-42C8-AC49-CFDB368161B7}"/>
              </a:ext>
            </a:extLst>
          </p:cNvPr>
          <p:cNvSpPr>
            <a:spLocks xmlns:a="http://schemas.openxmlformats.org/drawingml/2006/main" noGrp="1"/>
          </p:cNvSpPr>
          <p:nvPr/>
        </p:nvSpPr>
        <p:spPr>
          <a:xfrm xmlns:a="http://schemas.openxmlformats.org/drawingml/2006/main">
            <a:off x="6257925" y="5105400"/>
            <a:ext cx="5495925" cy="476250"/>
          </a:xfrm>
          <a:prstGeom xmlns:a="http://schemas.openxmlformats.org/drawingml/2006/main" prst="roundRect">
            <a:avLst>
              <a:gd name="adj" fmla="val 24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17324D"/>
                </a:solidFill>
                <a:latin typeface="Arial"/>
                <a:ea typeface="Arial"/>
                <a:cs typeface="Arial"/>
              </a:defRPr>
            </a:pPr>
            <a:r>
              <a:rPr sz="1575" b="0">
                <a:solidFill>
                  <a:srgbClr val="17324D"/>
                </a:solidFill>
                <a:latin typeface="Arial"/>
                <a:ea typeface="Arial"/>
                <a:cs typeface="Arial"/>
              </a:rPr>
              <a:t>Inspires zoom behaviour and location exploration.</a:t>
            </a:r>
          </a:p>
        </p:txBody>
      </p:sp>
      <p:sp>
        <p:nvSpPr>
          <p:cNvPr id="50" name="">
            <a:extLst xmlns:a="http://schemas.openxmlformats.org/drawingml/2006/main">
              <a:ext uri="{FF2B5EF4-FFF2-40B4-BE49-F238E27FC236}">
                <a16:creationId xmlns:a16="http://schemas.microsoft.com/office/drawing/2014/main" id="{B99BA2A0-2D2F-4302-B232-89DFBD43FA29}"/>
              </a:ext>
            </a:extLst>
          </p:cNvPr>
          <p:cNvSpPr>
            <a:spLocks xmlns:a="http://schemas.openxmlformats.org/drawingml/2006/main" noGrp="1"/>
          </p:cNvSpPr>
          <p:nvPr/>
        </p:nvSpPr>
        <p:spPr>
          <a:xfrm xmlns:a="http://schemas.openxmlformats.org/drawingml/2006/main">
            <a:off x="419100" y="6048375"/>
            <a:ext cx="11353800" cy="285750"/>
          </a:xfrm>
          <a:prstGeom xmlns:a="http://schemas.openxmlformats.org/drawingml/2006/main" prst="roundRect">
            <a:avLst>
              <a:gd name="adj" fmla="val 40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168B83"/>
                </a:solidFill>
                <a:latin typeface="Arial"/>
                <a:ea typeface="Arial"/>
                <a:cs typeface="Arial"/>
              </a:defRPr>
            </a:pPr>
            <a:r>
              <a:rPr sz="1350" b="0">
                <a:solidFill>
                  <a:srgbClr val="168B83"/>
                </a:solidFill>
                <a:latin typeface="Arial"/>
                <a:ea typeface="Arial"/>
                <a:cs typeface="Arial"/>
              </a:rPr>
              <a:t>Project evidence: reproducible evaluation artifact and recorded limitations accompany the prototype.</a:t>
            </a:r>
          </a:p>
        </p:txBody>
      </p:sp>
    </p:spTree>
    <p:extLst>
      <p:ext uri="{BB962C8B-B14F-4D97-AF65-F5344CB8AC3E}">
        <p14:creationId xmlns:p14="http://schemas.microsoft.com/office/powerpoint/2010/main" val="3799795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2026-09-29T18:21:57.6230000Z</dcterms:created>
  <dcterms:modified xsi:type="dcterms:W3CDTF">2026-09-29T18:21:57.6230000Z</dcterms:modified>
</coreProperties>
</file>